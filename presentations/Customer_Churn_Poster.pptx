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 id="2147483683" r:id="rId6"/>
  </p:sldMasterIdLst>
  <p:notesMasterIdLst>
    <p:notesMasterId r:id="rId7"/>
  </p:notesMasterIdLst>
  <p:sldIdLst>
    <p:sldId id="256" r:id="rId8"/>
  </p:sldIdLst>
  <p:sldSz cy="32918400" cx="43891200"/>
  <p:notesSz cx="7315200" cy="9601200"/>
  <p:embeddedFontLst>
    <p:embeddedFont>
      <p:font typeface="Arial Narrow"/>
      <p:regular r:id="rId9"/>
      <p:bold r:id="rId10"/>
      <p:italic r:id="rId11"/>
      <p:boldItalic r:id="rId12"/>
    </p:embeddedFont>
    <p:embeddedFont>
      <p:font typeface="Arial Black"/>
      <p:regular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8">
          <p15:clr>
            <a:srgbClr val="A4A3A4"/>
          </p15:clr>
        </p15:guide>
        <p15:guide id="6" pos="13526">
          <p15:clr>
            <a:srgbClr val="A4A3A4"/>
          </p15:clr>
        </p15:guide>
        <p15:guide id="7" pos="14030">
          <p15:clr>
            <a:srgbClr val="A4A3A4"/>
          </p15:clr>
        </p15:guide>
        <p15:guide id="8" pos="20318">
          <p15:clr>
            <a:srgbClr val="A4A3A4"/>
          </p15:clr>
        </p15:guide>
        <p15:guide id="9" pos="20837">
          <p15:clr>
            <a:srgbClr val="A4A3A4"/>
          </p15:clr>
        </p15:guide>
        <p15:guide id="10" pos="271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552" orient="horz"/>
        <p:guide pos="20285" orient="horz"/>
        <p:guide pos="437"/>
        <p:guide pos="6725"/>
        <p:guide pos="7238"/>
        <p:guide pos="13526"/>
        <p:guide pos="14030"/>
        <p:guide pos="20318"/>
        <p:guide pos="20837"/>
        <p:guide pos="27125"/>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ArialNarrow-italic.fntdata"/><Relationship Id="rId10" Type="http://schemas.openxmlformats.org/officeDocument/2006/relationships/font" Target="fonts/ArialNarrow-bold.fntdata"/><Relationship Id="rId13" Type="http://schemas.openxmlformats.org/officeDocument/2006/relationships/font" Target="fonts/ArialBlack-regular.fntdata"/><Relationship Id="rId12" Type="http://schemas.openxmlformats.org/officeDocument/2006/relationships/font" Target="fonts/ArialNarrow-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ArialNarrow-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900" u="none" cap="none" strike="noStrike">
                <a:solidFill>
                  <a:schemeClr val="dk1"/>
                </a:solidFill>
                <a:latin typeface="Arial Narrow"/>
                <a:ea typeface="Arial Narrow"/>
                <a:cs typeface="Arial Narrow"/>
                <a:sym typeface="Arial Narrow"/>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
        <p:nvSpPr>
          <p:cNvPr id="146" name="Google Shape;146;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
          <p:cNvSpPr txBox="1"/>
          <p:nvPr>
            <p:ph type="ctrTitle"/>
          </p:nvPr>
        </p:nvSpPr>
        <p:spPr>
          <a:xfrm>
            <a:off x="3292475" y="10226675"/>
            <a:ext cx="37306250" cy="705485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2"/>
          <p:cNvSpPr txBox="1"/>
          <p:nvPr>
            <p:ph idx="1" type="subTitle"/>
          </p:nvPr>
        </p:nvSpPr>
        <p:spPr>
          <a:xfrm>
            <a:off x="6583363" y="18653125"/>
            <a:ext cx="30724475" cy="8413750"/>
          </a:xfrm>
          <a:prstGeom prst="rect">
            <a:avLst/>
          </a:prstGeom>
          <a:noFill/>
          <a:ln>
            <a:noFill/>
          </a:ln>
        </p:spPr>
        <p:txBody>
          <a:bodyPr anchorCtr="0" anchor="t" bIns="456400" lIns="456400" spcFirstLastPara="1" rIns="456400" wrap="square" tIns="456400">
            <a:noAutofit/>
          </a:bodyPr>
          <a:lstStyle>
            <a:lvl1pPr lvl="0" algn="ctr">
              <a:spcBef>
                <a:spcPts val="580"/>
              </a:spcBef>
              <a:spcAft>
                <a:spcPts val="0"/>
              </a:spcAft>
              <a:buClr>
                <a:schemeClr val="dk1"/>
              </a:buClr>
              <a:buSzPts val="2900"/>
              <a:buFont typeface="Arial"/>
              <a:buNone/>
              <a:defRPr/>
            </a:lvl1pPr>
            <a:lvl2pPr lvl="1" algn="ctr">
              <a:spcBef>
                <a:spcPts val="580"/>
              </a:spcBef>
              <a:spcAft>
                <a:spcPts val="0"/>
              </a:spcAft>
              <a:buClr>
                <a:schemeClr val="dk1"/>
              </a:buClr>
              <a:buSzPts val="2900"/>
              <a:buFont typeface="Arial"/>
              <a:buNone/>
              <a:defRPr/>
            </a:lvl2pPr>
            <a:lvl3pPr lvl="2" algn="ctr">
              <a:spcBef>
                <a:spcPts val="480"/>
              </a:spcBef>
              <a:spcAft>
                <a:spcPts val="0"/>
              </a:spcAft>
              <a:buClr>
                <a:schemeClr val="dk1"/>
              </a:buClr>
              <a:buSzPts val="2400"/>
              <a:buFont typeface="Arial"/>
              <a:buNone/>
              <a:defRPr/>
            </a:lvl3pPr>
            <a:lvl4pPr lvl="3" algn="ctr">
              <a:spcBef>
                <a:spcPts val="380"/>
              </a:spcBef>
              <a:spcAft>
                <a:spcPts val="0"/>
              </a:spcAft>
              <a:buClr>
                <a:schemeClr val="dk1"/>
              </a:buClr>
              <a:buSzPts val="1900"/>
              <a:buFont typeface="Arial"/>
              <a:buNone/>
              <a:defRPr/>
            </a:lvl4pPr>
            <a:lvl5pPr lvl="4" algn="ctr">
              <a:spcBef>
                <a:spcPts val="380"/>
              </a:spcBef>
              <a:spcAft>
                <a:spcPts val="0"/>
              </a:spcAft>
              <a:buClr>
                <a:schemeClr val="dk1"/>
              </a:buClr>
              <a:buSzPts val="1900"/>
              <a:buFont typeface="Arial"/>
              <a:buNone/>
              <a:defRPr/>
            </a:lvl5pPr>
            <a:lvl6pPr lvl="5" algn="ctr">
              <a:spcBef>
                <a:spcPts val="380"/>
              </a:spcBef>
              <a:spcAft>
                <a:spcPts val="0"/>
              </a:spcAft>
              <a:buClr>
                <a:schemeClr val="dk1"/>
              </a:buClr>
              <a:buSzPts val="1900"/>
              <a:buFont typeface="Arial"/>
              <a:buNone/>
              <a:defRPr/>
            </a:lvl6pPr>
            <a:lvl7pPr lvl="6" algn="ctr">
              <a:spcBef>
                <a:spcPts val="380"/>
              </a:spcBef>
              <a:spcAft>
                <a:spcPts val="0"/>
              </a:spcAft>
              <a:buClr>
                <a:schemeClr val="dk1"/>
              </a:buClr>
              <a:buSzPts val="1900"/>
              <a:buFont typeface="Arial"/>
              <a:buNone/>
              <a:defRPr/>
            </a:lvl7pPr>
            <a:lvl8pPr lvl="7" algn="ctr">
              <a:spcBef>
                <a:spcPts val="380"/>
              </a:spcBef>
              <a:spcAft>
                <a:spcPts val="0"/>
              </a:spcAft>
              <a:buClr>
                <a:schemeClr val="dk1"/>
              </a:buClr>
              <a:buSzPts val="1900"/>
              <a:buFont typeface="Arial"/>
              <a:buNone/>
              <a:defRPr/>
            </a:lvl8pPr>
            <a:lvl9pPr lvl="8" algn="ctr">
              <a:spcBef>
                <a:spcPts val="380"/>
              </a:spcBef>
              <a:spcAft>
                <a:spcPts val="0"/>
              </a:spcAft>
              <a:buClr>
                <a:schemeClr val="dk1"/>
              </a:buClr>
              <a:buSzPts val="19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3"/>
          <p:cNvSpPr txBox="1"/>
          <p:nvPr>
            <p:ph idx="1" type="body"/>
          </p:nvPr>
        </p:nvSpPr>
        <p:spPr>
          <a:xfrm>
            <a:off x="693738" y="5638800"/>
            <a:ext cx="9974262" cy="26563638"/>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3467100" y="21153438"/>
            <a:ext cx="37307838" cy="6537325"/>
          </a:xfrm>
          <a:prstGeom prst="rect">
            <a:avLst/>
          </a:prstGeom>
          <a:noFill/>
          <a:ln>
            <a:noFill/>
          </a:ln>
        </p:spPr>
        <p:txBody>
          <a:bodyPr anchorCtr="0" anchor="t" bIns="45600" lIns="91250" spcFirstLastPara="1" rIns="91250" wrap="square" tIns="456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4"/>
          <p:cNvSpPr txBox="1"/>
          <p:nvPr>
            <p:ph idx="1" type="body"/>
          </p:nvPr>
        </p:nvSpPr>
        <p:spPr>
          <a:xfrm>
            <a:off x="3467100" y="13952538"/>
            <a:ext cx="37307838" cy="7200900"/>
          </a:xfrm>
          <a:prstGeom prst="rect">
            <a:avLst/>
          </a:prstGeom>
          <a:noFill/>
          <a:ln>
            <a:noFill/>
          </a:ln>
        </p:spPr>
        <p:txBody>
          <a:bodyPr anchorCtr="0" anchor="b" bIns="456400" lIns="456400" spcFirstLastPara="1" rIns="456400" wrap="square" tIns="4564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5"/>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5"/>
          <p:cNvSpPr txBox="1"/>
          <p:nvPr>
            <p:ph idx="1" type="body"/>
          </p:nvPr>
        </p:nvSpPr>
        <p:spPr>
          <a:xfrm>
            <a:off x="693738" y="5638800"/>
            <a:ext cx="4910137" cy="26563638"/>
          </a:xfrm>
          <a:prstGeom prst="rect">
            <a:avLst/>
          </a:prstGeom>
          <a:noFill/>
          <a:ln>
            <a:noFill/>
          </a:ln>
        </p:spPr>
        <p:txBody>
          <a:bodyPr anchorCtr="0" anchor="t" bIns="456400" lIns="456400" spcFirstLastPara="1" rIns="456400" wrap="square" tIns="4564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1" name="Google Shape;31;p5"/>
          <p:cNvSpPr txBox="1"/>
          <p:nvPr>
            <p:ph idx="2" type="body"/>
          </p:nvPr>
        </p:nvSpPr>
        <p:spPr>
          <a:xfrm>
            <a:off x="5756275" y="5638800"/>
            <a:ext cx="4911725" cy="26563638"/>
          </a:xfrm>
          <a:prstGeom prst="rect">
            <a:avLst/>
          </a:prstGeom>
          <a:noFill/>
          <a:ln>
            <a:noFill/>
          </a:ln>
        </p:spPr>
        <p:txBody>
          <a:bodyPr anchorCtr="0" anchor="t" bIns="456400" lIns="456400" spcFirstLastPara="1" rIns="456400" wrap="square" tIns="4564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2193925" y="1317625"/>
            <a:ext cx="39503350" cy="548640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 name="Google Shape;34;p6"/>
          <p:cNvSpPr txBox="1"/>
          <p:nvPr>
            <p:ph idx="1" type="body"/>
          </p:nvPr>
        </p:nvSpPr>
        <p:spPr>
          <a:xfrm>
            <a:off x="2193925" y="7369175"/>
            <a:ext cx="19392900" cy="3070225"/>
          </a:xfrm>
          <a:prstGeom prst="rect">
            <a:avLst/>
          </a:prstGeom>
          <a:noFill/>
          <a:ln>
            <a:noFill/>
          </a:ln>
        </p:spPr>
        <p:txBody>
          <a:bodyPr anchorCtr="0" anchor="b" bIns="456400" lIns="456400" spcFirstLastPara="1" rIns="456400" wrap="square" tIns="4564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5" name="Google Shape;35;p6"/>
          <p:cNvSpPr txBox="1"/>
          <p:nvPr>
            <p:ph idx="2" type="body"/>
          </p:nvPr>
        </p:nvSpPr>
        <p:spPr>
          <a:xfrm>
            <a:off x="2193925" y="10439400"/>
            <a:ext cx="19392900" cy="18965863"/>
          </a:xfrm>
          <a:prstGeom prst="rect">
            <a:avLst/>
          </a:prstGeom>
          <a:noFill/>
          <a:ln>
            <a:noFill/>
          </a:ln>
        </p:spPr>
        <p:txBody>
          <a:bodyPr anchorCtr="0" anchor="t" bIns="456400" lIns="456400" spcFirstLastPara="1" rIns="456400" wrap="square" tIns="4564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6" name="Google Shape;36;p6"/>
          <p:cNvSpPr txBox="1"/>
          <p:nvPr>
            <p:ph idx="3" type="body"/>
          </p:nvPr>
        </p:nvSpPr>
        <p:spPr>
          <a:xfrm>
            <a:off x="22296438" y="7369175"/>
            <a:ext cx="19400837" cy="3070225"/>
          </a:xfrm>
          <a:prstGeom prst="rect">
            <a:avLst/>
          </a:prstGeom>
          <a:noFill/>
          <a:ln>
            <a:noFill/>
          </a:ln>
        </p:spPr>
        <p:txBody>
          <a:bodyPr anchorCtr="0" anchor="b" bIns="456400" lIns="456400" spcFirstLastPara="1" rIns="456400" wrap="square" tIns="4564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7" name="Google Shape;37;p6"/>
          <p:cNvSpPr txBox="1"/>
          <p:nvPr>
            <p:ph idx="4" type="body"/>
          </p:nvPr>
        </p:nvSpPr>
        <p:spPr>
          <a:xfrm>
            <a:off x="22296438" y="10439400"/>
            <a:ext cx="19400837" cy="18965863"/>
          </a:xfrm>
          <a:prstGeom prst="rect">
            <a:avLst/>
          </a:prstGeom>
          <a:noFill/>
          <a:ln>
            <a:noFill/>
          </a:ln>
        </p:spPr>
        <p:txBody>
          <a:bodyPr anchorCtr="0" anchor="t" bIns="456400" lIns="456400" spcFirstLastPara="1" rIns="456400" wrap="square" tIns="4564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7"/>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1" name="Shape 41"/>
        <p:cNvGrpSpPr/>
        <p:nvPr/>
      </p:nvGrpSpPr>
      <p:grpSpPr>
        <a:xfrm>
          <a:off x="0" y="0"/>
          <a:ext cx="0" cy="0"/>
          <a:chOff x="0" y="0"/>
          <a:chExt cx="0" cy="0"/>
        </a:xfrm>
      </p:grpSpPr>
      <p:sp>
        <p:nvSpPr>
          <p:cNvPr id="42" name="Google Shape;42;p9"/>
          <p:cNvSpPr txBox="1"/>
          <p:nvPr>
            <p:ph type="title"/>
          </p:nvPr>
        </p:nvSpPr>
        <p:spPr>
          <a:xfrm>
            <a:off x="2193925" y="1311275"/>
            <a:ext cx="14439900" cy="5576888"/>
          </a:xfrm>
          <a:prstGeom prst="rect">
            <a:avLst/>
          </a:prstGeom>
          <a:noFill/>
          <a:ln>
            <a:noFill/>
          </a:ln>
        </p:spPr>
        <p:txBody>
          <a:bodyPr anchorCtr="0" anchor="b" bIns="45600" lIns="91250" spcFirstLastPara="1" rIns="91250" wrap="square" tIns="456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9"/>
          <p:cNvSpPr txBox="1"/>
          <p:nvPr>
            <p:ph idx="1" type="body"/>
          </p:nvPr>
        </p:nvSpPr>
        <p:spPr>
          <a:xfrm>
            <a:off x="17160875" y="1311275"/>
            <a:ext cx="24536400" cy="28093988"/>
          </a:xfrm>
          <a:prstGeom prst="rect">
            <a:avLst/>
          </a:prstGeom>
          <a:noFill/>
          <a:ln>
            <a:noFill/>
          </a:ln>
        </p:spPr>
        <p:txBody>
          <a:bodyPr anchorCtr="0" anchor="t" bIns="456400" lIns="456400" spcFirstLastPara="1" rIns="456400" wrap="square" tIns="4564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4" name="Google Shape;44;p9"/>
          <p:cNvSpPr txBox="1"/>
          <p:nvPr>
            <p:ph idx="2" type="body"/>
          </p:nvPr>
        </p:nvSpPr>
        <p:spPr>
          <a:xfrm>
            <a:off x="2193925" y="6888163"/>
            <a:ext cx="14439900" cy="22517100"/>
          </a:xfrm>
          <a:prstGeom prst="rect">
            <a:avLst/>
          </a:prstGeom>
          <a:noFill/>
          <a:ln>
            <a:noFill/>
          </a:ln>
        </p:spPr>
        <p:txBody>
          <a:bodyPr anchorCtr="0" anchor="t" bIns="456400" lIns="456400" spcFirstLastPara="1" rIns="456400" wrap="square" tIns="4564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5" name="Shape 45"/>
        <p:cNvGrpSpPr/>
        <p:nvPr/>
      </p:nvGrpSpPr>
      <p:grpSpPr>
        <a:xfrm>
          <a:off x="0" y="0"/>
          <a:ext cx="0" cy="0"/>
          <a:chOff x="0" y="0"/>
          <a:chExt cx="0" cy="0"/>
        </a:xfrm>
      </p:grpSpPr>
      <p:sp>
        <p:nvSpPr>
          <p:cNvPr id="46" name="Google Shape;46;p10"/>
          <p:cNvSpPr txBox="1"/>
          <p:nvPr>
            <p:ph type="title"/>
          </p:nvPr>
        </p:nvSpPr>
        <p:spPr>
          <a:xfrm>
            <a:off x="8602663" y="23042563"/>
            <a:ext cx="26335037" cy="2720975"/>
          </a:xfrm>
          <a:prstGeom prst="rect">
            <a:avLst/>
          </a:prstGeom>
          <a:noFill/>
          <a:ln>
            <a:noFill/>
          </a:ln>
        </p:spPr>
        <p:txBody>
          <a:bodyPr anchorCtr="0" anchor="b" bIns="45600" lIns="91250" spcFirstLastPara="1" rIns="91250" wrap="square" tIns="456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 name="Google Shape;47;p10"/>
          <p:cNvSpPr/>
          <p:nvPr>
            <p:ph idx="2" type="pic"/>
          </p:nvPr>
        </p:nvSpPr>
        <p:spPr>
          <a:xfrm>
            <a:off x="8602663" y="2941638"/>
            <a:ext cx="26335037" cy="19750087"/>
          </a:xfrm>
          <a:prstGeom prst="rect">
            <a:avLst/>
          </a:prstGeom>
          <a:noFill/>
          <a:ln>
            <a:noFill/>
          </a:ln>
        </p:spPr>
      </p:sp>
      <p:sp>
        <p:nvSpPr>
          <p:cNvPr id="48" name="Google Shape;48;p10"/>
          <p:cNvSpPr txBox="1"/>
          <p:nvPr>
            <p:ph idx="1" type="body"/>
          </p:nvPr>
        </p:nvSpPr>
        <p:spPr>
          <a:xfrm>
            <a:off x="8602663" y="25763538"/>
            <a:ext cx="26335037" cy="3862387"/>
          </a:xfrm>
          <a:prstGeom prst="rect">
            <a:avLst/>
          </a:prstGeom>
          <a:noFill/>
          <a:ln>
            <a:noFill/>
          </a:ln>
        </p:spPr>
        <p:txBody>
          <a:bodyPr anchorCtr="0" anchor="t" bIns="456400" lIns="456400" spcFirstLastPara="1" rIns="456400" wrap="square" tIns="4564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9" name="Shape 49"/>
        <p:cNvGrpSpPr/>
        <p:nvPr/>
      </p:nvGrpSpPr>
      <p:grpSpPr>
        <a:xfrm>
          <a:off x="0" y="0"/>
          <a:ext cx="0" cy="0"/>
          <a:chOff x="0" y="0"/>
          <a:chExt cx="0" cy="0"/>
        </a:xfrm>
      </p:grpSpPr>
      <p:sp>
        <p:nvSpPr>
          <p:cNvPr id="50" name="Google Shape;50;p11"/>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11"/>
          <p:cNvSpPr txBox="1"/>
          <p:nvPr>
            <p:ph idx="1" type="body"/>
          </p:nvPr>
        </p:nvSpPr>
        <p:spPr>
          <a:xfrm rot="5400000">
            <a:off x="-7600950" y="13933488"/>
            <a:ext cx="26563638" cy="9974262"/>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2" name="Shape 52"/>
        <p:cNvGrpSpPr/>
        <p:nvPr/>
      </p:nvGrpSpPr>
      <p:grpSpPr>
        <a:xfrm>
          <a:off x="0" y="0"/>
          <a:ext cx="0" cy="0"/>
          <a:chOff x="0" y="0"/>
          <a:chExt cx="0" cy="0"/>
        </a:xfrm>
      </p:grpSpPr>
      <p:sp>
        <p:nvSpPr>
          <p:cNvPr id="53" name="Google Shape;53;p12"/>
          <p:cNvSpPr txBox="1"/>
          <p:nvPr>
            <p:ph type="title"/>
          </p:nvPr>
        </p:nvSpPr>
        <p:spPr>
          <a:xfrm rot="5400000">
            <a:off x="22146419" y="11464132"/>
            <a:ext cx="30929263" cy="1054735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12"/>
          <p:cNvSpPr txBox="1"/>
          <p:nvPr>
            <p:ph idx="1" type="body"/>
          </p:nvPr>
        </p:nvSpPr>
        <p:spPr>
          <a:xfrm rot="5400000">
            <a:off x="974725" y="992188"/>
            <a:ext cx="30929263" cy="31491237"/>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
        <p:nvSpPr>
          <p:cNvPr id="66" name="Google Shape;66;p14"/>
          <p:cNvSpPr txBox="1"/>
          <p:nvPr>
            <p:ph type="ctrTitle"/>
          </p:nvPr>
        </p:nvSpPr>
        <p:spPr>
          <a:xfrm>
            <a:off x="3292475" y="10226675"/>
            <a:ext cx="37306250" cy="705485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4"/>
          <p:cNvSpPr txBox="1"/>
          <p:nvPr>
            <p:ph idx="1" type="subTitle"/>
          </p:nvPr>
        </p:nvSpPr>
        <p:spPr>
          <a:xfrm>
            <a:off x="6583363" y="18653125"/>
            <a:ext cx="30724475" cy="8413750"/>
          </a:xfrm>
          <a:prstGeom prst="rect">
            <a:avLst/>
          </a:prstGeom>
          <a:noFill/>
          <a:ln>
            <a:noFill/>
          </a:ln>
        </p:spPr>
        <p:txBody>
          <a:bodyPr anchorCtr="0" anchor="t" bIns="456400" lIns="456400" spcFirstLastPara="1" rIns="456400" wrap="square" tIns="456400">
            <a:noAutofit/>
          </a:bodyPr>
          <a:lstStyle>
            <a:lvl1pPr lvl="0" algn="ctr">
              <a:spcBef>
                <a:spcPts val="580"/>
              </a:spcBef>
              <a:spcAft>
                <a:spcPts val="0"/>
              </a:spcAft>
              <a:buClr>
                <a:schemeClr val="dk1"/>
              </a:buClr>
              <a:buSzPts val="2900"/>
              <a:buFont typeface="Arial"/>
              <a:buNone/>
              <a:defRPr/>
            </a:lvl1pPr>
            <a:lvl2pPr lvl="1" algn="ctr">
              <a:spcBef>
                <a:spcPts val="580"/>
              </a:spcBef>
              <a:spcAft>
                <a:spcPts val="0"/>
              </a:spcAft>
              <a:buClr>
                <a:schemeClr val="dk1"/>
              </a:buClr>
              <a:buSzPts val="2900"/>
              <a:buFont typeface="Arial"/>
              <a:buNone/>
              <a:defRPr/>
            </a:lvl2pPr>
            <a:lvl3pPr lvl="2" algn="ctr">
              <a:spcBef>
                <a:spcPts val="480"/>
              </a:spcBef>
              <a:spcAft>
                <a:spcPts val="0"/>
              </a:spcAft>
              <a:buClr>
                <a:schemeClr val="dk1"/>
              </a:buClr>
              <a:buSzPts val="2400"/>
              <a:buFont typeface="Arial"/>
              <a:buNone/>
              <a:defRPr/>
            </a:lvl3pPr>
            <a:lvl4pPr lvl="3" algn="ctr">
              <a:spcBef>
                <a:spcPts val="380"/>
              </a:spcBef>
              <a:spcAft>
                <a:spcPts val="0"/>
              </a:spcAft>
              <a:buClr>
                <a:schemeClr val="dk1"/>
              </a:buClr>
              <a:buSzPts val="1900"/>
              <a:buFont typeface="Arial"/>
              <a:buNone/>
              <a:defRPr/>
            </a:lvl4pPr>
            <a:lvl5pPr lvl="4" algn="ctr">
              <a:spcBef>
                <a:spcPts val="380"/>
              </a:spcBef>
              <a:spcAft>
                <a:spcPts val="0"/>
              </a:spcAft>
              <a:buClr>
                <a:schemeClr val="dk1"/>
              </a:buClr>
              <a:buSzPts val="1900"/>
              <a:buFont typeface="Arial"/>
              <a:buNone/>
              <a:defRPr/>
            </a:lvl5pPr>
            <a:lvl6pPr lvl="5" algn="ctr">
              <a:spcBef>
                <a:spcPts val="380"/>
              </a:spcBef>
              <a:spcAft>
                <a:spcPts val="0"/>
              </a:spcAft>
              <a:buClr>
                <a:schemeClr val="dk1"/>
              </a:buClr>
              <a:buSzPts val="1900"/>
              <a:buFont typeface="Arial"/>
              <a:buNone/>
              <a:defRPr/>
            </a:lvl6pPr>
            <a:lvl7pPr lvl="6" algn="ctr">
              <a:spcBef>
                <a:spcPts val="380"/>
              </a:spcBef>
              <a:spcAft>
                <a:spcPts val="0"/>
              </a:spcAft>
              <a:buClr>
                <a:schemeClr val="dk1"/>
              </a:buClr>
              <a:buSzPts val="1900"/>
              <a:buFont typeface="Arial"/>
              <a:buNone/>
              <a:defRPr/>
            </a:lvl7pPr>
            <a:lvl8pPr lvl="7" algn="ctr">
              <a:spcBef>
                <a:spcPts val="380"/>
              </a:spcBef>
              <a:spcAft>
                <a:spcPts val="0"/>
              </a:spcAft>
              <a:buClr>
                <a:schemeClr val="dk1"/>
              </a:buClr>
              <a:buSzPts val="1900"/>
              <a:buFont typeface="Arial"/>
              <a:buNone/>
              <a:defRPr/>
            </a:lvl8pPr>
            <a:lvl9pPr lvl="8" algn="ctr">
              <a:spcBef>
                <a:spcPts val="380"/>
              </a:spcBef>
              <a:spcAft>
                <a:spcPts val="0"/>
              </a:spcAft>
              <a:buClr>
                <a:schemeClr val="dk1"/>
              </a:buClr>
              <a:buSzPts val="1900"/>
              <a:buFont typeface="Arial"/>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5"/>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15"/>
          <p:cNvSpPr txBox="1"/>
          <p:nvPr>
            <p:ph idx="1" type="body"/>
          </p:nvPr>
        </p:nvSpPr>
        <p:spPr>
          <a:xfrm>
            <a:off x="693738" y="5638800"/>
            <a:ext cx="9974262" cy="26563638"/>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16"/>
          <p:cNvSpPr txBox="1"/>
          <p:nvPr>
            <p:ph type="title"/>
          </p:nvPr>
        </p:nvSpPr>
        <p:spPr>
          <a:xfrm>
            <a:off x="3467100" y="21153438"/>
            <a:ext cx="37307838" cy="6537325"/>
          </a:xfrm>
          <a:prstGeom prst="rect">
            <a:avLst/>
          </a:prstGeom>
          <a:noFill/>
          <a:ln>
            <a:noFill/>
          </a:ln>
        </p:spPr>
        <p:txBody>
          <a:bodyPr anchorCtr="0" anchor="t" bIns="45600" lIns="91250" spcFirstLastPara="1" rIns="91250" wrap="square" tIns="456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16"/>
          <p:cNvSpPr txBox="1"/>
          <p:nvPr>
            <p:ph idx="1" type="body"/>
          </p:nvPr>
        </p:nvSpPr>
        <p:spPr>
          <a:xfrm>
            <a:off x="3467100" y="13952538"/>
            <a:ext cx="37307838" cy="7200900"/>
          </a:xfrm>
          <a:prstGeom prst="rect">
            <a:avLst/>
          </a:prstGeom>
          <a:noFill/>
          <a:ln>
            <a:noFill/>
          </a:ln>
        </p:spPr>
        <p:txBody>
          <a:bodyPr anchorCtr="0" anchor="b" bIns="456400" lIns="456400" spcFirstLastPara="1" rIns="456400" wrap="square" tIns="4564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17"/>
          <p:cNvSpPr txBox="1"/>
          <p:nvPr>
            <p:ph idx="1" type="body"/>
          </p:nvPr>
        </p:nvSpPr>
        <p:spPr>
          <a:xfrm>
            <a:off x="693738" y="5638800"/>
            <a:ext cx="4910137" cy="26563638"/>
          </a:xfrm>
          <a:prstGeom prst="rect">
            <a:avLst/>
          </a:prstGeom>
          <a:noFill/>
          <a:ln>
            <a:noFill/>
          </a:ln>
        </p:spPr>
        <p:txBody>
          <a:bodyPr anchorCtr="0" anchor="t" bIns="456400" lIns="456400" spcFirstLastPara="1" rIns="456400" wrap="square" tIns="4564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77" name="Google Shape;77;p17"/>
          <p:cNvSpPr txBox="1"/>
          <p:nvPr>
            <p:ph idx="2" type="body"/>
          </p:nvPr>
        </p:nvSpPr>
        <p:spPr>
          <a:xfrm>
            <a:off x="5756275" y="5638800"/>
            <a:ext cx="4911725" cy="26563638"/>
          </a:xfrm>
          <a:prstGeom prst="rect">
            <a:avLst/>
          </a:prstGeom>
          <a:noFill/>
          <a:ln>
            <a:noFill/>
          </a:ln>
        </p:spPr>
        <p:txBody>
          <a:bodyPr anchorCtr="0" anchor="t" bIns="456400" lIns="456400" spcFirstLastPara="1" rIns="456400" wrap="square" tIns="4564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18"/>
          <p:cNvSpPr txBox="1"/>
          <p:nvPr>
            <p:ph type="title"/>
          </p:nvPr>
        </p:nvSpPr>
        <p:spPr>
          <a:xfrm>
            <a:off x="2193925" y="1317625"/>
            <a:ext cx="39503350" cy="548640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8"/>
          <p:cNvSpPr txBox="1"/>
          <p:nvPr>
            <p:ph idx="1" type="body"/>
          </p:nvPr>
        </p:nvSpPr>
        <p:spPr>
          <a:xfrm>
            <a:off x="2193925" y="7369175"/>
            <a:ext cx="19392900" cy="3070225"/>
          </a:xfrm>
          <a:prstGeom prst="rect">
            <a:avLst/>
          </a:prstGeom>
          <a:noFill/>
          <a:ln>
            <a:noFill/>
          </a:ln>
        </p:spPr>
        <p:txBody>
          <a:bodyPr anchorCtr="0" anchor="b" bIns="456400" lIns="456400" spcFirstLastPara="1" rIns="456400" wrap="square" tIns="4564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1" name="Google Shape;81;p18"/>
          <p:cNvSpPr txBox="1"/>
          <p:nvPr>
            <p:ph idx="2" type="body"/>
          </p:nvPr>
        </p:nvSpPr>
        <p:spPr>
          <a:xfrm>
            <a:off x="2193925" y="10439400"/>
            <a:ext cx="19392900" cy="18965863"/>
          </a:xfrm>
          <a:prstGeom prst="rect">
            <a:avLst/>
          </a:prstGeom>
          <a:noFill/>
          <a:ln>
            <a:noFill/>
          </a:ln>
        </p:spPr>
        <p:txBody>
          <a:bodyPr anchorCtr="0" anchor="t" bIns="456400" lIns="456400" spcFirstLastPara="1" rIns="456400" wrap="square" tIns="4564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2" name="Google Shape;82;p18"/>
          <p:cNvSpPr txBox="1"/>
          <p:nvPr>
            <p:ph idx="3" type="body"/>
          </p:nvPr>
        </p:nvSpPr>
        <p:spPr>
          <a:xfrm>
            <a:off x="22296438" y="7369175"/>
            <a:ext cx="19400837" cy="3070225"/>
          </a:xfrm>
          <a:prstGeom prst="rect">
            <a:avLst/>
          </a:prstGeom>
          <a:noFill/>
          <a:ln>
            <a:noFill/>
          </a:ln>
        </p:spPr>
        <p:txBody>
          <a:bodyPr anchorCtr="0" anchor="b" bIns="456400" lIns="456400" spcFirstLastPara="1" rIns="456400" wrap="square" tIns="4564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3" name="Google Shape;83;p18"/>
          <p:cNvSpPr txBox="1"/>
          <p:nvPr>
            <p:ph idx="4" type="body"/>
          </p:nvPr>
        </p:nvSpPr>
        <p:spPr>
          <a:xfrm>
            <a:off x="22296438" y="10439400"/>
            <a:ext cx="19400837" cy="18965863"/>
          </a:xfrm>
          <a:prstGeom prst="rect">
            <a:avLst/>
          </a:prstGeom>
          <a:noFill/>
          <a:ln>
            <a:noFill/>
          </a:ln>
        </p:spPr>
        <p:txBody>
          <a:bodyPr anchorCtr="0" anchor="t" bIns="456400" lIns="456400" spcFirstLastPara="1" rIns="456400" wrap="square" tIns="4564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4" name="Shape 84"/>
        <p:cNvGrpSpPr/>
        <p:nvPr/>
      </p:nvGrpSpPr>
      <p:grpSpPr>
        <a:xfrm>
          <a:off x="0" y="0"/>
          <a:ext cx="0" cy="0"/>
          <a:chOff x="0" y="0"/>
          <a:chExt cx="0" cy="0"/>
        </a:xfrm>
      </p:grpSpPr>
      <p:sp>
        <p:nvSpPr>
          <p:cNvPr id="85" name="Google Shape;85;p19"/>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7" name="Shape 87"/>
        <p:cNvGrpSpPr/>
        <p:nvPr/>
      </p:nvGrpSpPr>
      <p:grpSpPr>
        <a:xfrm>
          <a:off x="0" y="0"/>
          <a:ext cx="0" cy="0"/>
          <a:chOff x="0" y="0"/>
          <a:chExt cx="0" cy="0"/>
        </a:xfrm>
      </p:grpSpPr>
      <p:sp>
        <p:nvSpPr>
          <p:cNvPr id="88" name="Google Shape;88;p21"/>
          <p:cNvSpPr txBox="1"/>
          <p:nvPr>
            <p:ph type="title"/>
          </p:nvPr>
        </p:nvSpPr>
        <p:spPr>
          <a:xfrm>
            <a:off x="2193925" y="1311275"/>
            <a:ext cx="14439900" cy="5576888"/>
          </a:xfrm>
          <a:prstGeom prst="rect">
            <a:avLst/>
          </a:prstGeom>
          <a:noFill/>
          <a:ln>
            <a:noFill/>
          </a:ln>
        </p:spPr>
        <p:txBody>
          <a:bodyPr anchorCtr="0" anchor="b" bIns="45600" lIns="91250" spcFirstLastPara="1" rIns="91250" wrap="square" tIns="456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21"/>
          <p:cNvSpPr txBox="1"/>
          <p:nvPr>
            <p:ph idx="1" type="body"/>
          </p:nvPr>
        </p:nvSpPr>
        <p:spPr>
          <a:xfrm>
            <a:off x="17160875" y="1311275"/>
            <a:ext cx="24536400" cy="28093988"/>
          </a:xfrm>
          <a:prstGeom prst="rect">
            <a:avLst/>
          </a:prstGeom>
          <a:noFill/>
          <a:ln>
            <a:noFill/>
          </a:ln>
        </p:spPr>
        <p:txBody>
          <a:bodyPr anchorCtr="0" anchor="t" bIns="456400" lIns="456400" spcFirstLastPara="1" rIns="456400" wrap="square" tIns="4564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90" name="Google Shape;90;p21"/>
          <p:cNvSpPr txBox="1"/>
          <p:nvPr>
            <p:ph idx="2" type="body"/>
          </p:nvPr>
        </p:nvSpPr>
        <p:spPr>
          <a:xfrm>
            <a:off x="2193925" y="6888163"/>
            <a:ext cx="14439900" cy="22517100"/>
          </a:xfrm>
          <a:prstGeom prst="rect">
            <a:avLst/>
          </a:prstGeom>
          <a:noFill/>
          <a:ln>
            <a:noFill/>
          </a:ln>
        </p:spPr>
        <p:txBody>
          <a:bodyPr anchorCtr="0" anchor="t" bIns="456400" lIns="456400" spcFirstLastPara="1" rIns="456400" wrap="square" tIns="4564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1" name="Shape 91"/>
        <p:cNvGrpSpPr/>
        <p:nvPr/>
      </p:nvGrpSpPr>
      <p:grpSpPr>
        <a:xfrm>
          <a:off x="0" y="0"/>
          <a:ext cx="0" cy="0"/>
          <a:chOff x="0" y="0"/>
          <a:chExt cx="0" cy="0"/>
        </a:xfrm>
      </p:grpSpPr>
      <p:sp>
        <p:nvSpPr>
          <p:cNvPr id="92" name="Google Shape;92;p22"/>
          <p:cNvSpPr txBox="1"/>
          <p:nvPr>
            <p:ph type="title"/>
          </p:nvPr>
        </p:nvSpPr>
        <p:spPr>
          <a:xfrm>
            <a:off x="8602663" y="23042563"/>
            <a:ext cx="26335037" cy="2720975"/>
          </a:xfrm>
          <a:prstGeom prst="rect">
            <a:avLst/>
          </a:prstGeom>
          <a:noFill/>
          <a:ln>
            <a:noFill/>
          </a:ln>
        </p:spPr>
        <p:txBody>
          <a:bodyPr anchorCtr="0" anchor="b" bIns="45600" lIns="91250" spcFirstLastPara="1" rIns="91250" wrap="square" tIns="456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 name="Google Shape;93;p22"/>
          <p:cNvSpPr/>
          <p:nvPr>
            <p:ph idx="2" type="pic"/>
          </p:nvPr>
        </p:nvSpPr>
        <p:spPr>
          <a:xfrm>
            <a:off x="8602663" y="2941638"/>
            <a:ext cx="26335037" cy="19750087"/>
          </a:xfrm>
          <a:prstGeom prst="rect">
            <a:avLst/>
          </a:prstGeom>
          <a:noFill/>
          <a:ln>
            <a:noFill/>
          </a:ln>
        </p:spPr>
      </p:sp>
      <p:sp>
        <p:nvSpPr>
          <p:cNvPr id="94" name="Google Shape;94;p22"/>
          <p:cNvSpPr txBox="1"/>
          <p:nvPr>
            <p:ph idx="1" type="body"/>
          </p:nvPr>
        </p:nvSpPr>
        <p:spPr>
          <a:xfrm>
            <a:off x="8602663" y="25763538"/>
            <a:ext cx="26335037" cy="3862387"/>
          </a:xfrm>
          <a:prstGeom prst="rect">
            <a:avLst/>
          </a:prstGeom>
          <a:noFill/>
          <a:ln>
            <a:noFill/>
          </a:ln>
        </p:spPr>
        <p:txBody>
          <a:bodyPr anchorCtr="0" anchor="t" bIns="456400" lIns="456400" spcFirstLastPara="1" rIns="456400" wrap="square" tIns="4564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23"/>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7" name="Google Shape;97;p23"/>
          <p:cNvSpPr txBox="1"/>
          <p:nvPr>
            <p:ph idx="1" type="body"/>
          </p:nvPr>
        </p:nvSpPr>
        <p:spPr>
          <a:xfrm rot="5400000">
            <a:off x="-7600950" y="13933488"/>
            <a:ext cx="26563638" cy="9974262"/>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24"/>
          <p:cNvSpPr txBox="1"/>
          <p:nvPr>
            <p:ph type="title"/>
          </p:nvPr>
        </p:nvSpPr>
        <p:spPr>
          <a:xfrm rot="5400000">
            <a:off x="22146419" y="11464132"/>
            <a:ext cx="30929263" cy="1054735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0" name="Google Shape;100;p24"/>
          <p:cNvSpPr txBox="1"/>
          <p:nvPr>
            <p:ph idx="1" type="body"/>
          </p:nvPr>
        </p:nvSpPr>
        <p:spPr>
          <a:xfrm rot="5400000">
            <a:off x="974725" y="992188"/>
            <a:ext cx="30929263" cy="31491237"/>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8" name="Shape 108"/>
        <p:cNvGrpSpPr/>
        <p:nvPr/>
      </p:nvGrpSpPr>
      <p:grpSpPr>
        <a:xfrm>
          <a:off x="0" y="0"/>
          <a:ext cx="0" cy="0"/>
          <a:chOff x="0" y="0"/>
          <a:chExt cx="0" cy="0"/>
        </a:xfrm>
      </p:grpSpPr>
      <p:sp>
        <p:nvSpPr>
          <p:cNvPr id="109" name="Google Shape;109;p26"/>
          <p:cNvSpPr txBox="1"/>
          <p:nvPr>
            <p:ph type="ctrTitle"/>
          </p:nvPr>
        </p:nvSpPr>
        <p:spPr>
          <a:xfrm>
            <a:off x="3292475" y="10226675"/>
            <a:ext cx="37306250" cy="705485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0" name="Google Shape;110;p26"/>
          <p:cNvSpPr txBox="1"/>
          <p:nvPr>
            <p:ph idx="1" type="subTitle"/>
          </p:nvPr>
        </p:nvSpPr>
        <p:spPr>
          <a:xfrm>
            <a:off x="6583363" y="18653125"/>
            <a:ext cx="30724475" cy="8413750"/>
          </a:xfrm>
          <a:prstGeom prst="rect">
            <a:avLst/>
          </a:prstGeom>
          <a:noFill/>
          <a:ln>
            <a:noFill/>
          </a:ln>
        </p:spPr>
        <p:txBody>
          <a:bodyPr anchorCtr="0" anchor="t" bIns="456400" lIns="456400" spcFirstLastPara="1" rIns="456400" wrap="square" tIns="456400">
            <a:noAutofit/>
          </a:bodyPr>
          <a:lstStyle>
            <a:lvl1pPr lvl="0" algn="ctr">
              <a:spcBef>
                <a:spcPts val="580"/>
              </a:spcBef>
              <a:spcAft>
                <a:spcPts val="0"/>
              </a:spcAft>
              <a:buClr>
                <a:schemeClr val="dk1"/>
              </a:buClr>
              <a:buSzPts val="2900"/>
              <a:buFont typeface="Arial"/>
              <a:buNone/>
              <a:defRPr/>
            </a:lvl1pPr>
            <a:lvl2pPr lvl="1" algn="ctr">
              <a:spcBef>
                <a:spcPts val="580"/>
              </a:spcBef>
              <a:spcAft>
                <a:spcPts val="0"/>
              </a:spcAft>
              <a:buClr>
                <a:schemeClr val="dk1"/>
              </a:buClr>
              <a:buSzPts val="2900"/>
              <a:buFont typeface="Arial"/>
              <a:buNone/>
              <a:defRPr/>
            </a:lvl2pPr>
            <a:lvl3pPr lvl="2" algn="ctr">
              <a:spcBef>
                <a:spcPts val="480"/>
              </a:spcBef>
              <a:spcAft>
                <a:spcPts val="0"/>
              </a:spcAft>
              <a:buClr>
                <a:schemeClr val="dk1"/>
              </a:buClr>
              <a:buSzPts val="2400"/>
              <a:buFont typeface="Arial"/>
              <a:buNone/>
              <a:defRPr/>
            </a:lvl3pPr>
            <a:lvl4pPr lvl="3" algn="ctr">
              <a:spcBef>
                <a:spcPts val="380"/>
              </a:spcBef>
              <a:spcAft>
                <a:spcPts val="0"/>
              </a:spcAft>
              <a:buClr>
                <a:schemeClr val="dk1"/>
              </a:buClr>
              <a:buSzPts val="1900"/>
              <a:buFont typeface="Arial"/>
              <a:buNone/>
              <a:defRPr/>
            </a:lvl4pPr>
            <a:lvl5pPr lvl="4" algn="ctr">
              <a:spcBef>
                <a:spcPts val="380"/>
              </a:spcBef>
              <a:spcAft>
                <a:spcPts val="0"/>
              </a:spcAft>
              <a:buClr>
                <a:schemeClr val="dk1"/>
              </a:buClr>
              <a:buSzPts val="1900"/>
              <a:buFont typeface="Arial"/>
              <a:buNone/>
              <a:defRPr/>
            </a:lvl5pPr>
            <a:lvl6pPr lvl="5" algn="ctr">
              <a:spcBef>
                <a:spcPts val="380"/>
              </a:spcBef>
              <a:spcAft>
                <a:spcPts val="0"/>
              </a:spcAft>
              <a:buClr>
                <a:schemeClr val="dk1"/>
              </a:buClr>
              <a:buSzPts val="1900"/>
              <a:buFont typeface="Arial"/>
              <a:buNone/>
              <a:defRPr/>
            </a:lvl6pPr>
            <a:lvl7pPr lvl="6" algn="ctr">
              <a:spcBef>
                <a:spcPts val="380"/>
              </a:spcBef>
              <a:spcAft>
                <a:spcPts val="0"/>
              </a:spcAft>
              <a:buClr>
                <a:schemeClr val="dk1"/>
              </a:buClr>
              <a:buSzPts val="1900"/>
              <a:buFont typeface="Arial"/>
              <a:buNone/>
              <a:defRPr/>
            </a:lvl7pPr>
            <a:lvl8pPr lvl="7" algn="ctr">
              <a:spcBef>
                <a:spcPts val="380"/>
              </a:spcBef>
              <a:spcAft>
                <a:spcPts val="0"/>
              </a:spcAft>
              <a:buClr>
                <a:schemeClr val="dk1"/>
              </a:buClr>
              <a:buSzPts val="1900"/>
              <a:buFont typeface="Arial"/>
              <a:buNone/>
              <a:defRPr/>
            </a:lvl8pPr>
            <a:lvl9pPr lvl="8" algn="ctr">
              <a:spcBef>
                <a:spcPts val="380"/>
              </a:spcBef>
              <a:spcAft>
                <a:spcPts val="0"/>
              </a:spcAft>
              <a:buClr>
                <a:schemeClr val="dk1"/>
              </a:buClr>
              <a:buSzPts val="1900"/>
              <a:buFont typeface="Arial"/>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1" name="Shape 111"/>
        <p:cNvGrpSpPr/>
        <p:nvPr/>
      </p:nvGrpSpPr>
      <p:grpSpPr>
        <a:xfrm>
          <a:off x="0" y="0"/>
          <a:ext cx="0" cy="0"/>
          <a:chOff x="0" y="0"/>
          <a:chExt cx="0" cy="0"/>
        </a:xfrm>
      </p:grpSpPr>
      <p:sp>
        <p:nvSpPr>
          <p:cNvPr id="112" name="Google Shape;112;p27"/>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3" name="Google Shape;113;p27"/>
          <p:cNvSpPr txBox="1"/>
          <p:nvPr>
            <p:ph idx="1" type="body"/>
          </p:nvPr>
        </p:nvSpPr>
        <p:spPr>
          <a:xfrm>
            <a:off x="693738" y="5638800"/>
            <a:ext cx="42190987" cy="26563638"/>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4" name="Shape 114"/>
        <p:cNvGrpSpPr/>
        <p:nvPr/>
      </p:nvGrpSpPr>
      <p:grpSpPr>
        <a:xfrm>
          <a:off x="0" y="0"/>
          <a:ext cx="0" cy="0"/>
          <a:chOff x="0" y="0"/>
          <a:chExt cx="0" cy="0"/>
        </a:xfrm>
      </p:grpSpPr>
      <p:sp>
        <p:nvSpPr>
          <p:cNvPr id="115" name="Google Shape;115;p28"/>
          <p:cNvSpPr txBox="1"/>
          <p:nvPr>
            <p:ph type="title"/>
          </p:nvPr>
        </p:nvSpPr>
        <p:spPr>
          <a:xfrm>
            <a:off x="3467100" y="21153438"/>
            <a:ext cx="37307838" cy="6537325"/>
          </a:xfrm>
          <a:prstGeom prst="rect">
            <a:avLst/>
          </a:prstGeom>
          <a:noFill/>
          <a:ln>
            <a:noFill/>
          </a:ln>
        </p:spPr>
        <p:txBody>
          <a:bodyPr anchorCtr="0" anchor="t" bIns="45600" lIns="91250" spcFirstLastPara="1" rIns="91250" wrap="square" tIns="456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6" name="Google Shape;116;p28"/>
          <p:cNvSpPr txBox="1"/>
          <p:nvPr>
            <p:ph idx="1" type="body"/>
          </p:nvPr>
        </p:nvSpPr>
        <p:spPr>
          <a:xfrm>
            <a:off x="3467100" y="13952538"/>
            <a:ext cx="37307838" cy="7200900"/>
          </a:xfrm>
          <a:prstGeom prst="rect">
            <a:avLst/>
          </a:prstGeom>
          <a:noFill/>
          <a:ln>
            <a:noFill/>
          </a:ln>
        </p:spPr>
        <p:txBody>
          <a:bodyPr anchorCtr="0" anchor="b" bIns="456400" lIns="456400" spcFirstLastPara="1" rIns="456400" wrap="square" tIns="4564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7" name="Shape 117"/>
        <p:cNvGrpSpPr/>
        <p:nvPr/>
      </p:nvGrpSpPr>
      <p:grpSpPr>
        <a:xfrm>
          <a:off x="0" y="0"/>
          <a:ext cx="0" cy="0"/>
          <a:chOff x="0" y="0"/>
          <a:chExt cx="0" cy="0"/>
        </a:xfrm>
      </p:grpSpPr>
      <p:sp>
        <p:nvSpPr>
          <p:cNvPr id="118" name="Google Shape;118;p29"/>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9" name="Google Shape;119;p29"/>
          <p:cNvSpPr txBox="1"/>
          <p:nvPr>
            <p:ph idx="1" type="body"/>
          </p:nvPr>
        </p:nvSpPr>
        <p:spPr>
          <a:xfrm>
            <a:off x="693738" y="5638800"/>
            <a:ext cx="21018500" cy="26563638"/>
          </a:xfrm>
          <a:prstGeom prst="rect">
            <a:avLst/>
          </a:prstGeom>
          <a:noFill/>
          <a:ln>
            <a:noFill/>
          </a:ln>
        </p:spPr>
        <p:txBody>
          <a:bodyPr anchorCtr="0" anchor="t" bIns="456400" lIns="456400" spcFirstLastPara="1" rIns="456400" wrap="square" tIns="4564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120" name="Google Shape;120;p29"/>
          <p:cNvSpPr txBox="1"/>
          <p:nvPr>
            <p:ph idx="2" type="body"/>
          </p:nvPr>
        </p:nvSpPr>
        <p:spPr>
          <a:xfrm>
            <a:off x="21864638" y="5638800"/>
            <a:ext cx="21020087" cy="26563638"/>
          </a:xfrm>
          <a:prstGeom prst="rect">
            <a:avLst/>
          </a:prstGeom>
          <a:noFill/>
          <a:ln>
            <a:noFill/>
          </a:ln>
        </p:spPr>
        <p:txBody>
          <a:bodyPr anchorCtr="0" anchor="t" bIns="456400" lIns="456400" spcFirstLastPara="1" rIns="456400" wrap="square" tIns="4564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1" name="Shape 121"/>
        <p:cNvGrpSpPr/>
        <p:nvPr/>
      </p:nvGrpSpPr>
      <p:grpSpPr>
        <a:xfrm>
          <a:off x="0" y="0"/>
          <a:ext cx="0" cy="0"/>
          <a:chOff x="0" y="0"/>
          <a:chExt cx="0" cy="0"/>
        </a:xfrm>
      </p:grpSpPr>
      <p:sp>
        <p:nvSpPr>
          <p:cNvPr id="122" name="Google Shape;122;p30"/>
          <p:cNvSpPr txBox="1"/>
          <p:nvPr>
            <p:ph type="title"/>
          </p:nvPr>
        </p:nvSpPr>
        <p:spPr>
          <a:xfrm>
            <a:off x="2193925" y="1317625"/>
            <a:ext cx="39503350" cy="548640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3" name="Google Shape;123;p30"/>
          <p:cNvSpPr txBox="1"/>
          <p:nvPr>
            <p:ph idx="1" type="body"/>
          </p:nvPr>
        </p:nvSpPr>
        <p:spPr>
          <a:xfrm>
            <a:off x="2193925" y="7369175"/>
            <a:ext cx="19392900" cy="3070225"/>
          </a:xfrm>
          <a:prstGeom prst="rect">
            <a:avLst/>
          </a:prstGeom>
          <a:noFill/>
          <a:ln>
            <a:noFill/>
          </a:ln>
        </p:spPr>
        <p:txBody>
          <a:bodyPr anchorCtr="0" anchor="b" bIns="456400" lIns="456400" spcFirstLastPara="1" rIns="456400" wrap="square" tIns="4564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124" name="Google Shape;124;p30"/>
          <p:cNvSpPr txBox="1"/>
          <p:nvPr>
            <p:ph idx="2" type="body"/>
          </p:nvPr>
        </p:nvSpPr>
        <p:spPr>
          <a:xfrm>
            <a:off x="2193925" y="10439400"/>
            <a:ext cx="19392900" cy="18965863"/>
          </a:xfrm>
          <a:prstGeom prst="rect">
            <a:avLst/>
          </a:prstGeom>
          <a:noFill/>
          <a:ln>
            <a:noFill/>
          </a:ln>
        </p:spPr>
        <p:txBody>
          <a:bodyPr anchorCtr="0" anchor="t" bIns="456400" lIns="456400" spcFirstLastPara="1" rIns="456400" wrap="square" tIns="4564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25" name="Google Shape;125;p30"/>
          <p:cNvSpPr txBox="1"/>
          <p:nvPr>
            <p:ph idx="3" type="body"/>
          </p:nvPr>
        </p:nvSpPr>
        <p:spPr>
          <a:xfrm>
            <a:off x="22296438" y="7369175"/>
            <a:ext cx="19400837" cy="3070225"/>
          </a:xfrm>
          <a:prstGeom prst="rect">
            <a:avLst/>
          </a:prstGeom>
          <a:noFill/>
          <a:ln>
            <a:noFill/>
          </a:ln>
        </p:spPr>
        <p:txBody>
          <a:bodyPr anchorCtr="0" anchor="b" bIns="456400" lIns="456400" spcFirstLastPara="1" rIns="456400" wrap="square" tIns="4564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126" name="Google Shape;126;p30"/>
          <p:cNvSpPr txBox="1"/>
          <p:nvPr>
            <p:ph idx="4" type="body"/>
          </p:nvPr>
        </p:nvSpPr>
        <p:spPr>
          <a:xfrm>
            <a:off x="22296438" y="10439400"/>
            <a:ext cx="19400837" cy="18965863"/>
          </a:xfrm>
          <a:prstGeom prst="rect">
            <a:avLst/>
          </a:prstGeom>
          <a:noFill/>
          <a:ln>
            <a:noFill/>
          </a:ln>
        </p:spPr>
        <p:txBody>
          <a:bodyPr anchorCtr="0" anchor="t" bIns="456400" lIns="456400" spcFirstLastPara="1" rIns="456400" wrap="square" tIns="4564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 name="Shape 127"/>
        <p:cNvGrpSpPr/>
        <p:nvPr/>
      </p:nvGrpSpPr>
      <p:grpSpPr>
        <a:xfrm>
          <a:off x="0" y="0"/>
          <a:ext cx="0" cy="0"/>
          <a:chOff x="0" y="0"/>
          <a:chExt cx="0" cy="0"/>
        </a:xfrm>
      </p:grpSpPr>
      <p:sp>
        <p:nvSpPr>
          <p:cNvPr id="128" name="Google Shape;128;p31"/>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0" name="Shape 130"/>
        <p:cNvGrpSpPr/>
        <p:nvPr/>
      </p:nvGrpSpPr>
      <p:grpSpPr>
        <a:xfrm>
          <a:off x="0" y="0"/>
          <a:ext cx="0" cy="0"/>
          <a:chOff x="0" y="0"/>
          <a:chExt cx="0" cy="0"/>
        </a:xfrm>
      </p:grpSpPr>
      <p:sp>
        <p:nvSpPr>
          <p:cNvPr id="131" name="Google Shape;131;p33"/>
          <p:cNvSpPr txBox="1"/>
          <p:nvPr>
            <p:ph type="title"/>
          </p:nvPr>
        </p:nvSpPr>
        <p:spPr>
          <a:xfrm>
            <a:off x="2193925" y="1311275"/>
            <a:ext cx="14439900" cy="5576888"/>
          </a:xfrm>
          <a:prstGeom prst="rect">
            <a:avLst/>
          </a:prstGeom>
          <a:noFill/>
          <a:ln>
            <a:noFill/>
          </a:ln>
        </p:spPr>
        <p:txBody>
          <a:bodyPr anchorCtr="0" anchor="b" bIns="45600" lIns="91250" spcFirstLastPara="1" rIns="91250" wrap="square" tIns="456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2" name="Google Shape;132;p33"/>
          <p:cNvSpPr txBox="1"/>
          <p:nvPr>
            <p:ph idx="1" type="body"/>
          </p:nvPr>
        </p:nvSpPr>
        <p:spPr>
          <a:xfrm>
            <a:off x="17160875" y="1311275"/>
            <a:ext cx="24536400" cy="28093988"/>
          </a:xfrm>
          <a:prstGeom prst="rect">
            <a:avLst/>
          </a:prstGeom>
          <a:noFill/>
          <a:ln>
            <a:noFill/>
          </a:ln>
        </p:spPr>
        <p:txBody>
          <a:bodyPr anchorCtr="0" anchor="t" bIns="456400" lIns="456400" spcFirstLastPara="1" rIns="456400" wrap="square" tIns="4564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133" name="Google Shape;133;p33"/>
          <p:cNvSpPr txBox="1"/>
          <p:nvPr>
            <p:ph idx="2" type="body"/>
          </p:nvPr>
        </p:nvSpPr>
        <p:spPr>
          <a:xfrm>
            <a:off x="2193925" y="6888163"/>
            <a:ext cx="14439900" cy="22517100"/>
          </a:xfrm>
          <a:prstGeom prst="rect">
            <a:avLst/>
          </a:prstGeom>
          <a:noFill/>
          <a:ln>
            <a:noFill/>
          </a:ln>
        </p:spPr>
        <p:txBody>
          <a:bodyPr anchorCtr="0" anchor="t" bIns="456400" lIns="456400" spcFirstLastPara="1" rIns="456400" wrap="square" tIns="4564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4" name="Shape 134"/>
        <p:cNvGrpSpPr/>
        <p:nvPr/>
      </p:nvGrpSpPr>
      <p:grpSpPr>
        <a:xfrm>
          <a:off x="0" y="0"/>
          <a:ext cx="0" cy="0"/>
          <a:chOff x="0" y="0"/>
          <a:chExt cx="0" cy="0"/>
        </a:xfrm>
      </p:grpSpPr>
      <p:sp>
        <p:nvSpPr>
          <p:cNvPr id="135" name="Google Shape;135;p34"/>
          <p:cNvSpPr txBox="1"/>
          <p:nvPr>
            <p:ph type="title"/>
          </p:nvPr>
        </p:nvSpPr>
        <p:spPr>
          <a:xfrm>
            <a:off x="8602663" y="23042563"/>
            <a:ext cx="26335037" cy="2720975"/>
          </a:xfrm>
          <a:prstGeom prst="rect">
            <a:avLst/>
          </a:prstGeom>
          <a:noFill/>
          <a:ln>
            <a:noFill/>
          </a:ln>
        </p:spPr>
        <p:txBody>
          <a:bodyPr anchorCtr="0" anchor="b" bIns="45600" lIns="91250" spcFirstLastPara="1" rIns="91250" wrap="square" tIns="456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6" name="Google Shape;136;p34"/>
          <p:cNvSpPr/>
          <p:nvPr>
            <p:ph idx="2" type="pic"/>
          </p:nvPr>
        </p:nvSpPr>
        <p:spPr>
          <a:xfrm>
            <a:off x="8602663" y="2941638"/>
            <a:ext cx="26335037" cy="19750087"/>
          </a:xfrm>
          <a:prstGeom prst="rect">
            <a:avLst/>
          </a:prstGeom>
          <a:noFill/>
          <a:ln>
            <a:noFill/>
          </a:ln>
        </p:spPr>
      </p:sp>
      <p:sp>
        <p:nvSpPr>
          <p:cNvPr id="137" name="Google Shape;137;p34"/>
          <p:cNvSpPr txBox="1"/>
          <p:nvPr>
            <p:ph idx="1" type="body"/>
          </p:nvPr>
        </p:nvSpPr>
        <p:spPr>
          <a:xfrm>
            <a:off x="8602663" y="25763538"/>
            <a:ext cx="26335037" cy="3862387"/>
          </a:xfrm>
          <a:prstGeom prst="rect">
            <a:avLst/>
          </a:prstGeom>
          <a:noFill/>
          <a:ln>
            <a:noFill/>
          </a:ln>
        </p:spPr>
        <p:txBody>
          <a:bodyPr anchorCtr="0" anchor="t" bIns="456400" lIns="456400" spcFirstLastPara="1" rIns="456400" wrap="square" tIns="4564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8" name="Shape 138"/>
        <p:cNvGrpSpPr/>
        <p:nvPr/>
      </p:nvGrpSpPr>
      <p:grpSpPr>
        <a:xfrm>
          <a:off x="0" y="0"/>
          <a:ext cx="0" cy="0"/>
          <a:chOff x="0" y="0"/>
          <a:chExt cx="0" cy="0"/>
        </a:xfrm>
      </p:grpSpPr>
      <p:sp>
        <p:nvSpPr>
          <p:cNvPr id="139" name="Google Shape;139;p35"/>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0" name="Google Shape;140;p35"/>
          <p:cNvSpPr txBox="1"/>
          <p:nvPr>
            <p:ph idx="1" type="body"/>
          </p:nvPr>
        </p:nvSpPr>
        <p:spPr>
          <a:xfrm rot="5400000">
            <a:off x="8507413" y="-2174874"/>
            <a:ext cx="26563638" cy="42190987"/>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36"/>
          <p:cNvSpPr txBox="1"/>
          <p:nvPr>
            <p:ph type="title"/>
          </p:nvPr>
        </p:nvSpPr>
        <p:spPr>
          <a:xfrm rot="5400000">
            <a:off x="22146419" y="11464132"/>
            <a:ext cx="30929263" cy="10547350"/>
          </a:xfrm>
          <a:prstGeom prst="rect">
            <a:avLst/>
          </a:prstGeom>
          <a:noFill/>
          <a:ln>
            <a:noFill/>
          </a:ln>
        </p:spPr>
        <p:txBody>
          <a:bodyPr anchorCtr="0" anchor="ctr" bIns="45600" lIns="91250" spcFirstLastPara="1" rIns="91250" wrap="square" tIns="456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3" name="Google Shape;143;p36"/>
          <p:cNvSpPr txBox="1"/>
          <p:nvPr>
            <p:ph idx="1" type="body"/>
          </p:nvPr>
        </p:nvSpPr>
        <p:spPr>
          <a:xfrm rot="5400000">
            <a:off x="974725" y="992188"/>
            <a:ext cx="30929263" cy="31491237"/>
          </a:xfrm>
          <a:prstGeom prst="rect">
            <a:avLst/>
          </a:prstGeom>
          <a:noFill/>
          <a:ln>
            <a:noFill/>
          </a:ln>
        </p:spPr>
        <p:txBody>
          <a:bodyPr anchorCtr="0" anchor="t" bIns="456400" lIns="456400" spcFirstLastPara="1" rIns="456400" wrap="square" tIns="4564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1" name="Google Shape;11;p1"/>
          <p:cNvSpPr/>
          <p:nvPr/>
        </p:nvSpPr>
        <p:spPr>
          <a:xfrm>
            <a:off x="693738" y="5638800"/>
            <a:ext cx="9974262" cy="265636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2" name="Google Shape;12;p1"/>
          <p:cNvSpPr/>
          <p:nvPr/>
        </p:nvSpPr>
        <p:spPr>
          <a:xfrm>
            <a:off x="0" y="4800600"/>
            <a:ext cx="43891200" cy="130175"/>
          </a:xfrm>
          <a:prstGeom prst="rect">
            <a:avLst/>
          </a:prstGeom>
          <a:solidFill>
            <a:srgbClr val="66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3" name="Google Shape;13;p1"/>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9pPr>
          </a:lstStyle>
          <a:p/>
        </p:txBody>
      </p:sp>
      <p:sp>
        <p:nvSpPr>
          <p:cNvPr id="14" name="Google Shape;14;p1"/>
          <p:cNvSpPr txBox="1"/>
          <p:nvPr>
            <p:ph idx="1" type="body"/>
          </p:nvPr>
        </p:nvSpPr>
        <p:spPr>
          <a:xfrm>
            <a:off x="693738" y="5638800"/>
            <a:ext cx="9974262" cy="26563638"/>
          </a:xfrm>
          <a:prstGeom prst="rect">
            <a:avLst/>
          </a:prstGeom>
          <a:noFill/>
          <a:ln>
            <a:noFill/>
          </a:ln>
        </p:spPr>
        <p:txBody>
          <a:bodyPr anchorCtr="0" anchor="t" bIns="456400" lIns="456400" spcFirstLastPara="1" rIns="456400" wrap="square" tIns="456400">
            <a:noAutofit/>
          </a:bodyPr>
          <a:lstStyle>
            <a:lvl1pPr indent="-412750" lvl="0" marL="457200" marR="0" rtl="0" algn="l">
              <a:spcBef>
                <a:spcPts val="580"/>
              </a:spcBef>
              <a:spcAft>
                <a:spcPts val="0"/>
              </a:spcAft>
              <a:buClr>
                <a:schemeClr val="dk1"/>
              </a:buClr>
              <a:buSzPts val="2900"/>
              <a:buFont typeface="Arial"/>
              <a:buChar char="•"/>
              <a:defRPr b="0" i="0" sz="2900" u="none" cap="none" strike="noStrike">
                <a:solidFill>
                  <a:schemeClr val="dk1"/>
                </a:solidFill>
                <a:latin typeface="Arial"/>
                <a:ea typeface="Arial"/>
                <a:cs typeface="Arial"/>
                <a:sym typeface="Arial"/>
              </a:defRPr>
            </a:lvl1pPr>
            <a:lvl2pPr indent="-412750" lvl="1" marL="914400" marR="0" rtl="0" algn="l">
              <a:spcBef>
                <a:spcPts val="580"/>
              </a:spcBef>
              <a:spcAft>
                <a:spcPts val="0"/>
              </a:spcAft>
              <a:buClr>
                <a:schemeClr val="dk1"/>
              </a:buClr>
              <a:buSzPts val="2900"/>
              <a:buFont typeface="Arial"/>
              <a:buChar char="–"/>
              <a:defRPr b="0" i="0" sz="29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9250" lvl="3" marL="18288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4pPr>
            <a:lvl5pPr indent="-349250" lvl="4" marL="22860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5pPr>
            <a:lvl6pPr indent="-349250" lvl="5" marL="27432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15" name="Google Shape;15;p1"/>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6" name="Google Shape;16;p1"/>
          <p:cNvSpPr/>
          <p:nvPr/>
        </p:nvSpPr>
        <p:spPr>
          <a:xfrm>
            <a:off x="11490325" y="5638800"/>
            <a:ext cx="9982200" cy="265636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7" name="Google Shape;17;p1"/>
          <p:cNvSpPr/>
          <p:nvPr/>
        </p:nvSpPr>
        <p:spPr>
          <a:xfrm>
            <a:off x="22272625" y="5638800"/>
            <a:ext cx="9982200" cy="265636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8" name="Google Shape;18;p1"/>
          <p:cNvSpPr/>
          <p:nvPr/>
        </p:nvSpPr>
        <p:spPr>
          <a:xfrm>
            <a:off x="33078738" y="5638800"/>
            <a:ext cx="9982200" cy="265636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sp>
        <p:nvSpPr>
          <p:cNvPr id="56" name="Google Shape;56;p13"/>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57" name="Google Shape;57;p13"/>
          <p:cNvSpPr/>
          <p:nvPr/>
        </p:nvSpPr>
        <p:spPr>
          <a:xfrm>
            <a:off x="693738" y="5638800"/>
            <a:ext cx="9974262" cy="265636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58" name="Google Shape;58;p13"/>
          <p:cNvSpPr/>
          <p:nvPr/>
        </p:nvSpPr>
        <p:spPr>
          <a:xfrm>
            <a:off x="0" y="4800600"/>
            <a:ext cx="43891200" cy="130175"/>
          </a:xfrm>
          <a:prstGeom prst="rect">
            <a:avLst/>
          </a:prstGeom>
          <a:solidFill>
            <a:srgbClr val="66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59" name="Google Shape;59;p13"/>
          <p:cNvSpPr txBox="1"/>
          <p:nvPr/>
        </p:nvSpPr>
        <p:spPr>
          <a:xfrm>
            <a:off x="609600" y="32445325"/>
            <a:ext cx="2514600" cy="315913"/>
          </a:xfrm>
          <a:prstGeom prst="rect">
            <a:avLst/>
          </a:prstGeom>
          <a:noFill/>
          <a:ln>
            <a:noFill/>
          </a:ln>
        </p:spPr>
        <p:txBody>
          <a:bodyPr anchorCtr="0" anchor="t" bIns="45600" lIns="91250" spcFirstLastPara="1" rIns="91250" wrap="square" tIns="45600">
            <a:spAutoFit/>
          </a:bodyPr>
          <a:lstStyle/>
          <a:p>
            <a:pPr indent="0" lvl="0" marL="0" marR="0" rtl="0" algn="l">
              <a:lnSpc>
                <a:spcPct val="65000"/>
              </a:lnSpc>
              <a:spcBef>
                <a:spcPts val="0"/>
              </a:spcBef>
              <a:spcAft>
                <a:spcPts val="0"/>
              </a:spcAft>
              <a:buNone/>
            </a:pPr>
            <a:r>
              <a:rPr b="1" lang="en-US" sz="500">
                <a:solidFill>
                  <a:schemeClr val="lt2"/>
                </a:solidFill>
                <a:latin typeface="Arial"/>
                <a:ea typeface="Arial"/>
                <a:cs typeface="Arial"/>
                <a:sym typeface="Arial"/>
              </a:rPr>
              <a:t>POSTER TEMPLATE BY:</a:t>
            </a:r>
            <a:endParaRPr/>
          </a:p>
          <a:p>
            <a:pPr indent="0" lvl="0" marL="0" marR="0" rtl="0" algn="l">
              <a:lnSpc>
                <a:spcPct val="65000"/>
              </a:lnSpc>
              <a:spcBef>
                <a:spcPts val="500"/>
              </a:spcBef>
              <a:spcAft>
                <a:spcPts val="0"/>
              </a:spcAft>
              <a:buNone/>
            </a:pPr>
            <a:r>
              <a:rPr b="1" lang="en-US" sz="1000">
                <a:solidFill>
                  <a:schemeClr val="lt2"/>
                </a:solidFill>
                <a:latin typeface="Arial"/>
                <a:ea typeface="Arial"/>
                <a:cs typeface="Arial"/>
                <a:sym typeface="Arial"/>
              </a:rPr>
              <a:t>www.PosterPresentations.com</a:t>
            </a:r>
            <a:endParaRPr/>
          </a:p>
        </p:txBody>
      </p:sp>
      <p:sp>
        <p:nvSpPr>
          <p:cNvPr id="60" name="Google Shape;60;p13"/>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9pPr>
          </a:lstStyle>
          <a:p/>
        </p:txBody>
      </p:sp>
      <p:sp>
        <p:nvSpPr>
          <p:cNvPr id="61" name="Google Shape;61;p13"/>
          <p:cNvSpPr txBox="1"/>
          <p:nvPr>
            <p:ph idx="1" type="body"/>
          </p:nvPr>
        </p:nvSpPr>
        <p:spPr>
          <a:xfrm>
            <a:off x="693738" y="5638800"/>
            <a:ext cx="9974262" cy="26563638"/>
          </a:xfrm>
          <a:prstGeom prst="rect">
            <a:avLst/>
          </a:prstGeom>
          <a:noFill/>
          <a:ln>
            <a:noFill/>
          </a:ln>
        </p:spPr>
        <p:txBody>
          <a:bodyPr anchorCtr="0" anchor="t" bIns="456400" lIns="456400" spcFirstLastPara="1" rIns="456400" wrap="square" tIns="456400">
            <a:noAutofit/>
          </a:bodyPr>
          <a:lstStyle>
            <a:lvl1pPr indent="-412750" lvl="0" marL="457200" marR="0" rtl="0" algn="l">
              <a:spcBef>
                <a:spcPts val="580"/>
              </a:spcBef>
              <a:spcAft>
                <a:spcPts val="0"/>
              </a:spcAft>
              <a:buClr>
                <a:schemeClr val="dk1"/>
              </a:buClr>
              <a:buSzPts val="2900"/>
              <a:buFont typeface="Arial"/>
              <a:buChar char="•"/>
              <a:defRPr b="0" i="0" sz="2900" u="none" cap="none" strike="noStrike">
                <a:solidFill>
                  <a:schemeClr val="dk1"/>
                </a:solidFill>
                <a:latin typeface="Arial"/>
                <a:ea typeface="Arial"/>
                <a:cs typeface="Arial"/>
                <a:sym typeface="Arial"/>
              </a:defRPr>
            </a:lvl1pPr>
            <a:lvl2pPr indent="-412750" lvl="1" marL="914400" marR="0" rtl="0" algn="l">
              <a:spcBef>
                <a:spcPts val="580"/>
              </a:spcBef>
              <a:spcAft>
                <a:spcPts val="0"/>
              </a:spcAft>
              <a:buClr>
                <a:schemeClr val="dk1"/>
              </a:buClr>
              <a:buSzPts val="2900"/>
              <a:buFont typeface="Arial"/>
              <a:buChar char="–"/>
              <a:defRPr b="0" i="0" sz="29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9250" lvl="3" marL="18288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4pPr>
            <a:lvl5pPr indent="-349250" lvl="4" marL="22860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5pPr>
            <a:lvl6pPr indent="-349250" lvl="5" marL="27432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62" name="Google Shape;62;p13"/>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63" name="Google Shape;63;p13"/>
          <p:cNvSpPr/>
          <p:nvPr/>
        </p:nvSpPr>
        <p:spPr>
          <a:xfrm>
            <a:off x="11490325" y="5638800"/>
            <a:ext cx="20764500" cy="265636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64" name="Google Shape;64;p13"/>
          <p:cNvSpPr/>
          <p:nvPr/>
        </p:nvSpPr>
        <p:spPr>
          <a:xfrm>
            <a:off x="33078738" y="5638800"/>
            <a:ext cx="9982200" cy="265636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25"/>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03" name="Google Shape;103;p25"/>
          <p:cNvSpPr/>
          <p:nvPr/>
        </p:nvSpPr>
        <p:spPr>
          <a:xfrm>
            <a:off x="693738" y="5638800"/>
            <a:ext cx="42367200" cy="2656363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04" name="Google Shape;104;p25"/>
          <p:cNvSpPr/>
          <p:nvPr/>
        </p:nvSpPr>
        <p:spPr>
          <a:xfrm>
            <a:off x="0" y="4800600"/>
            <a:ext cx="43891200" cy="130175"/>
          </a:xfrm>
          <a:prstGeom prst="rect">
            <a:avLst/>
          </a:prstGeom>
          <a:solidFill>
            <a:srgbClr val="66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05" name="Google Shape;105;p25"/>
          <p:cNvSpPr txBox="1"/>
          <p:nvPr>
            <p:ph type="title"/>
          </p:nvPr>
        </p:nvSpPr>
        <p:spPr>
          <a:xfrm>
            <a:off x="960438" y="1273175"/>
            <a:ext cx="41924287" cy="2201863"/>
          </a:xfrm>
          <a:prstGeom prst="rect">
            <a:avLst/>
          </a:prstGeom>
          <a:noFill/>
          <a:ln>
            <a:noFill/>
          </a:ln>
        </p:spPr>
        <p:txBody>
          <a:bodyPr anchorCtr="0" anchor="ctr" bIns="45600" lIns="91250" spcFirstLastPara="1" rIns="91250" wrap="square" tIns="45600">
            <a:noAutofit/>
          </a:bodyPr>
          <a:lstStyle>
            <a:lvl1pPr lvl="0"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8600" u="none" cap="none" strike="noStrike">
                <a:solidFill>
                  <a:schemeClr val="dk2"/>
                </a:solidFill>
                <a:latin typeface="Arial Black"/>
                <a:ea typeface="Arial Black"/>
                <a:cs typeface="Arial Black"/>
                <a:sym typeface="Arial Black"/>
              </a:defRPr>
            </a:lvl9pPr>
          </a:lstStyle>
          <a:p/>
        </p:txBody>
      </p:sp>
      <p:sp>
        <p:nvSpPr>
          <p:cNvPr id="106" name="Google Shape;106;p25"/>
          <p:cNvSpPr txBox="1"/>
          <p:nvPr>
            <p:ph idx="1" type="body"/>
          </p:nvPr>
        </p:nvSpPr>
        <p:spPr>
          <a:xfrm>
            <a:off x="693738" y="5638800"/>
            <a:ext cx="42190987" cy="26563638"/>
          </a:xfrm>
          <a:prstGeom prst="rect">
            <a:avLst/>
          </a:prstGeom>
          <a:noFill/>
          <a:ln>
            <a:noFill/>
          </a:ln>
        </p:spPr>
        <p:txBody>
          <a:bodyPr anchorCtr="0" anchor="t" bIns="456400" lIns="456400" spcFirstLastPara="1" rIns="456400" wrap="square" tIns="456400">
            <a:noAutofit/>
          </a:bodyPr>
          <a:lstStyle>
            <a:lvl1pPr indent="-412750" lvl="0" marL="457200" marR="0" rtl="0" algn="l">
              <a:spcBef>
                <a:spcPts val="580"/>
              </a:spcBef>
              <a:spcAft>
                <a:spcPts val="0"/>
              </a:spcAft>
              <a:buClr>
                <a:schemeClr val="dk1"/>
              </a:buClr>
              <a:buSzPts val="2900"/>
              <a:buFont typeface="Arial"/>
              <a:buChar char="•"/>
              <a:defRPr b="0" i="0" sz="2900" u="none" cap="none" strike="noStrike">
                <a:solidFill>
                  <a:schemeClr val="dk1"/>
                </a:solidFill>
                <a:latin typeface="Arial"/>
                <a:ea typeface="Arial"/>
                <a:cs typeface="Arial"/>
                <a:sym typeface="Arial"/>
              </a:defRPr>
            </a:lvl1pPr>
            <a:lvl2pPr indent="-412750" lvl="1" marL="914400" marR="0" rtl="0" algn="l">
              <a:spcBef>
                <a:spcPts val="580"/>
              </a:spcBef>
              <a:spcAft>
                <a:spcPts val="0"/>
              </a:spcAft>
              <a:buClr>
                <a:schemeClr val="dk1"/>
              </a:buClr>
              <a:buSzPts val="2900"/>
              <a:buFont typeface="Arial"/>
              <a:buChar char="–"/>
              <a:defRPr b="0" i="0" sz="29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9250" lvl="3" marL="18288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4pPr>
            <a:lvl5pPr indent="-349250" lvl="4" marL="22860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5pPr>
            <a:lvl6pPr indent="-349250" lvl="5" marL="27432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rtl="0" algn="l">
              <a:spcBef>
                <a:spcPts val="38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107" name="Google Shape;107;p25"/>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7"/>
          <p:cNvSpPr/>
          <p:nvPr/>
        </p:nvSpPr>
        <p:spPr>
          <a:xfrm>
            <a:off x="3920543" y="587355"/>
            <a:ext cx="37032195" cy="1446336"/>
          </a:xfrm>
          <a:prstGeom prst="rect">
            <a:avLst/>
          </a:prstGeom>
          <a:noFill/>
          <a:ln>
            <a:noFill/>
          </a:ln>
        </p:spPr>
        <p:txBody>
          <a:bodyPr anchorCtr="0" anchor="t" bIns="45600" lIns="91225" spcFirstLastPara="1" rIns="91225" wrap="square" tIns="45600">
            <a:noAutofit/>
          </a:bodyPr>
          <a:lstStyle/>
          <a:p>
            <a:pPr indent="0" lvl="0" marL="0" marR="0" rtl="0" algn="ctr">
              <a:spcBef>
                <a:spcPts val="0"/>
              </a:spcBef>
              <a:spcAft>
                <a:spcPts val="0"/>
              </a:spcAft>
              <a:buNone/>
            </a:pPr>
            <a:r>
              <a:rPr lang="en-US" sz="8800">
                <a:solidFill>
                  <a:schemeClr val="dk1"/>
                </a:solidFill>
                <a:latin typeface="Times New Roman"/>
                <a:ea typeface="Times New Roman"/>
                <a:cs typeface="Times New Roman"/>
                <a:sym typeface="Times New Roman"/>
              </a:rPr>
              <a:t>Predictive Analysis of Customer Churn: A Data-Driven Retention Strategy</a:t>
            </a:r>
            <a:endParaRPr b="1" sz="4000">
              <a:solidFill>
                <a:schemeClr val="dk1"/>
              </a:solidFill>
              <a:latin typeface="Times New Roman"/>
              <a:ea typeface="Times New Roman"/>
              <a:cs typeface="Times New Roman"/>
              <a:sym typeface="Times New Roman"/>
            </a:endParaRPr>
          </a:p>
        </p:txBody>
      </p:sp>
      <p:sp>
        <p:nvSpPr>
          <p:cNvPr id="150" name="Google Shape;150;p37"/>
          <p:cNvSpPr txBox="1"/>
          <p:nvPr/>
        </p:nvSpPr>
        <p:spPr>
          <a:xfrm>
            <a:off x="685800" y="5638800"/>
            <a:ext cx="9982200" cy="1015469"/>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6000">
                <a:solidFill>
                  <a:srgbClr val="F8F8F8"/>
                </a:solidFill>
                <a:latin typeface="Times New Roman"/>
                <a:ea typeface="Times New Roman"/>
                <a:cs typeface="Times New Roman"/>
                <a:sym typeface="Times New Roman"/>
              </a:rPr>
              <a:t>Abstract</a:t>
            </a:r>
            <a:endParaRPr/>
          </a:p>
        </p:txBody>
      </p:sp>
      <p:sp>
        <p:nvSpPr>
          <p:cNvPr id="151" name="Google Shape;151;p37"/>
          <p:cNvSpPr txBox="1"/>
          <p:nvPr/>
        </p:nvSpPr>
        <p:spPr>
          <a:xfrm>
            <a:off x="11490325" y="5626100"/>
            <a:ext cx="9982200" cy="1015469"/>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6000">
                <a:solidFill>
                  <a:srgbClr val="F8F8F8"/>
                </a:solidFill>
                <a:latin typeface="Times New Roman"/>
                <a:ea typeface="Times New Roman"/>
                <a:cs typeface="Times New Roman"/>
                <a:sym typeface="Times New Roman"/>
              </a:rPr>
              <a:t>Challenges</a:t>
            </a:r>
            <a:endParaRPr/>
          </a:p>
        </p:txBody>
      </p:sp>
      <p:sp>
        <p:nvSpPr>
          <p:cNvPr id="152" name="Google Shape;152;p37"/>
          <p:cNvSpPr txBox="1"/>
          <p:nvPr/>
        </p:nvSpPr>
        <p:spPr>
          <a:xfrm>
            <a:off x="33078738" y="5638800"/>
            <a:ext cx="9982200" cy="923136"/>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5400">
                <a:solidFill>
                  <a:srgbClr val="F8F8F8"/>
                </a:solidFill>
                <a:latin typeface="Times New Roman"/>
                <a:ea typeface="Times New Roman"/>
                <a:cs typeface="Times New Roman"/>
                <a:sym typeface="Times New Roman"/>
              </a:rPr>
              <a:t>Evaluations</a:t>
            </a:r>
            <a:endParaRPr b="1" sz="5400">
              <a:solidFill>
                <a:srgbClr val="F8F8F8"/>
              </a:solidFill>
              <a:latin typeface="Times New Roman"/>
              <a:ea typeface="Times New Roman"/>
              <a:cs typeface="Times New Roman"/>
              <a:sym typeface="Times New Roman"/>
            </a:endParaRPr>
          </a:p>
        </p:txBody>
      </p:sp>
      <p:sp>
        <p:nvSpPr>
          <p:cNvPr id="153" name="Google Shape;153;p37"/>
          <p:cNvSpPr txBox="1"/>
          <p:nvPr/>
        </p:nvSpPr>
        <p:spPr>
          <a:xfrm>
            <a:off x="22418677" y="6495003"/>
            <a:ext cx="9635390" cy="11834009"/>
          </a:xfrm>
          <a:prstGeom prst="rect">
            <a:avLst/>
          </a:prstGeom>
          <a:noFill/>
          <a:ln>
            <a:noFill/>
          </a:ln>
        </p:spPr>
        <p:txBody>
          <a:bodyPr anchorCtr="0" anchor="t" bIns="457200" lIns="457200" spcFirstLastPara="1" rIns="457200" wrap="square" tIns="457200">
            <a:spAutoFit/>
          </a:bodyPr>
          <a:lstStyle/>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Contract Risk: Month-to-Month contract holders show the highest churn rate, while two-year contracts are the most stable.</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Service Impact: Customers with Fiber Optic internet and those lacking add-ons like Tech Support or Online Security are significantly more likely to leave.</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Payment Behavior: Users paying via Electronic Check correlate with higher cancellation rates.</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Bimodal Tenure: The distribution shows peaks at the very beginning (fresh customers) and at the end (loyal 60+ month veterans) of the customer lifecycle.</a:t>
            </a:r>
            <a:endParaRPr/>
          </a:p>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54" name="Google Shape;154;p37"/>
          <p:cNvSpPr txBox="1"/>
          <p:nvPr/>
        </p:nvSpPr>
        <p:spPr>
          <a:xfrm>
            <a:off x="685800" y="18100198"/>
            <a:ext cx="9982200" cy="1015469"/>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6000">
                <a:solidFill>
                  <a:srgbClr val="F8F8F8"/>
                </a:solidFill>
                <a:latin typeface="Times New Roman"/>
                <a:ea typeface="Times New Roman"/>
                <a:cs typeface="Times New Roman"/>
                <a:sym typeface="Times New Roman"/>
              </a:rPr>
              <a:t>Objective</a:t>
            </a:r>
            <a:endParaRPr/>
          </a:p>
        </p:txBody>
      </p:sp>
      <p:sp>
        <p:nvSpPr>
          <p:cNvPr id="155" name="Google Shape;155;p37"/>
          <p:cNvSpPr txBox="1"/>
          <p:nvPr/>
        </p:nvSpPr>
        <p:spPr>
          <a:xfrm>
            <a:off x="11490325" y="13851293"/>
            <a:ext cx="9982200" cy="923136"/>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5400">
                <a:solidFill>
                  <a:srgbClr val="F8F8F8"/>
                </a:solidFill>
                <a:latin typeface="Times New Roman"/>
                <a:ea typeface="Times New Roman"/>
                <a:cs typeface="Times New Roman"/>
                <a:sym typeface="Times New Roman"/>
              </a:rPr>
              <a:t>Framework </a:t>
            </a:r>
            <a:endParaRPr b="1" sz="5400">
              <a:solidFill>
                <a:srgbClr val="F8F8F8"/>
              </a:solidFill>
              <a:latin typeface="Times New Roman"/>
              <a:ea typeface="Times New Roman"/>
              <a:cs typeface="Times New Roman"/>
              <a:sym typeface="Times New Roman"/>
            </a:endParaRPr>
          </a:p>
        </p:txBody>
      </p:sp>
      <p:sp>
        <p:nvSpPr>
          <p:cNvPr id="156" name="Google Shape;156;p37"/>
          <p:cNvSpPr txBox="1"/>
          <p:nvPr/>
        </p:nvSpPr>
        <p:spPr>
          <a:xfrm>
            <a:off x="33103596" y="17102784"/>
            <a:ext cx="9982200" cy="1015469"/>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6000">
                <a:solidFill>
                  <a:srgbClr val="F8F8F8"/>
                </a:solidFill>
                <a:latin typeface="Times New Roman"/>
                <a:ea typeface="Times New Roman"/>
                <a:cs typeface="Times New Roman"/>
                <a:sym typeface="Times New Roman"/>
              </a:rPr>
              <a:t>Conclusions </a:t>
            </a:r>
            <a:endParaRPr/>
          </a:p>
        </p:txBody>
      </p:sp>
      <p:sp>
        <p:nvSpPr>
          <p:cNvPr id="157" name="Google Shape;157;p37"/>
          <p:cNvSpPr txBox="1"/>
          <p:nvPr/>
        </p:nvSpPr>
        <p:spPr>
          <a:xfrm>
            <a:off x="22282150" y="5664200"/>
            <a:ext cx="9982200" cy="830803"/>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4800">
                <a:solidFill>
                  <a:srgbClr val="F8F8F8"/>
                </a:solidFill>
                <a:latin typeface="Times New Roman"/>
                <a:ea typeface="Times New Roman"/>
                <a:cs typeface="Times New Roman"/>
                <a:sym typeface="Times New Roman"/>
              </a:rPr>
              <a:t>Examples</a:t>
            </a:r>
            <a:endParaRPr b="1" sz="4400">
              <a:solidFill>
                <a:srgbClr val="F8F8F8"/>
              </a:solidFill>
              <a:latin typeface="Times New Roman"/>
              <a:ea typeface="Times New Roman"/>
              <a:cs typeface="Times New Roman"/>
              <a:sym typeface="Times New Roman"/>
            </a:endParaRPr>
          </a:p>
        </p:txBody>
      </p:sp>
      <p:sp>
        <p:nvSpPr>
          <p:cNvPr id="158" name="Google Shape;158;p37"/>
          <p:cNvSpPr txBox="1"/>
          <p:nvPr/>
        </p:nvSpPr>
        <p:spPr>
          <a:xfrm>
            <a:off x="33107366" y="28659102"/>
            <a:ext cx="9982200" cy="1015469"/>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6000">
                <a:solidFill>
                  <a:srgbClr val="F8F8F8"/>
                </a:solidFill>
                <a:latin typeface="Times New Roman"/>
                <a:ea typeface="Times New Roman"/>
                <a:cs typeface="Times New Roman"/>
                <a:sym typeface="Times New Roman"/>
              </a:rPr>
              <a:t>References </a:t>
            </a:r>
            <a:endParaRPr/>
          </a:p>
        </p:txBody>
      </p:sp>
      <p:sp>
        <p:nvSpPr>
          <p:cNvPr id="159" name="Google Shape;159;p37"/>
          <p:cNvSpPr/>
          <p:nvPr/>
        </p:nvSpPr>
        <p:spPr>
          <a:xfrm>
            <a:off x="29220901" y="10087412"/>
            <a:ext cx="822960" cy="822960"/>
          </a:xfrm>
          <a:prstGeom prst="downArrow">
            <a:avLst>
              <a:gd fmla="val 50000" name="adj1"/>
              <a:gd fmla="val 50000" name="adj2"/>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pic>
        <p:nvPicPr>
          <p:cNvPr descr="Seneca College • Download Seneca vector logo SVG • Logotyp.us" id="160" name="Google Shape;160;p37"/>
          <p:cNvPicPr preferRelativeResize="0"/>
          <p:nvPr/>
        </p:nvPicPr>
        <p:blipFill rotWithShape="1">
          <a:blip r:embed="rId3">
            <a:alphaModFix/>
          </a:blip>
          <a:srcRect b="0" l="0" r="0" t="0"/>
          <a:stretch/>
        </p:blipFill>
        <p:spPr>
          <a:xfrm>
            <a:off x="0" y="59042"/>
            <a:ext cx="3378200" cy="2413000"/>
          </a:xfrm>
          <a:prstGeom prst="rect">
            <a:avLst/>
          </a:prstGeom>
          <a:noFill/>
          <a:ln>
            <a:noFill/>
          </a:ln>
        </p:spPr>
      </p:pic>
      <p:sp>
        <p:nvSpPr>
          <p:cNvPr id="161" name="Google Shape;161;p37"/>
          <p:cNvSpPr txBox="1"/>
          <p:nvPr/>
        </p:nvSpPr>
        <p:spPr>
          <a:xfrm>
            <a:off x="1276350" y="6918882"/>
            <a:ext cx="8991600" cy="99411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Customer churn is the most important metrics in the Telecommunication industry as acquiring new customers is significantly more expensive than retaining one.</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Predicting likely churners is the first step to reduce churn. By training different machine learning models sufficient prediction mechanism can be replicated.</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It is found that customers with flexible plans are more likely to churn. This does not mean causation as customers churning is mostly the function of poor customer satisfaction and service issues which current data pipeline lacks.</a:t>
            </a:r>
            <a:endParaRPr/>
          </a:p>
        </p:txBody>
      </p:sp>
      <p:sp>
        <p:nvSpPr>
          <p:cNvPr id="162" name="Google Shape;162;p37"/>
          <p:cNvSpPr txBox="1"/>
          <p:nvPr/>
        </p:nvSpPr>
        <p:spPr>
          <a:xfrm>
            <a:off x="1181100" y="19898698"/>
            <a:ext cx="9182100" cy="111722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The key objective of  any customer retention strategy is to identify churners. We use Telco customer churn dataset to train our model .We split the model into 80% training and 20% testing split. </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Wide array of machine learning models which includes random forest regression, XGBoost and Light BGM is used. Class imbalance is to be handled using Synthetic Minority Over-sampling Technique (SMOTE).</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Model is to be further optimized by using grid search CV to scan through all the parameter. Better model in terms of F1 score and recall is to be prioritized.</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p:txBody>
      </p:sp>
      <p:sp>
        <p:nvSpPr>
          <p:cNvPr id="163" name="Google Shape;163;p37"/>
          <p:cNvSpPr txBox="1"/>
          <p:nvPr/>
        </p:nvSpPr>
        <p:spPr>
          <a:xfrm>
            <a:off x="11938001" y="6918882"/>
            <a:ext cx="9194800" cy="68634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Major hurdle in our project was class imbalance as churner is significantly outnumbered by non churners.</a:t>
            </a:r>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Dataset must not be reused as given enough time current customers will churn, and numbers of churners will increase with time which may give false impression that more people are churning than they are. So, a period of  time should be chosen and only churners churn in that period should be counted.</a:t>
            </a:r>
            <a:endParaRPr/>
          </a:p>
        </p:txBody>
      </p:sp>
      <p:pic>
        <p:nvPicPr>
          <p:cNvPr id="164" name="Google Shape;164;p37"/>
          <p:cNvPicPr preferRelativeResize="0"/>
          <p:nvPr/>
        </p:nvPicPr>
        <p:blipFill rotWithShape="1">
          <a:blip r:embed="rId4">
            <a:alphaModFix/>
          </a:blip>
          <a:srcRect b="0" l="0" r="0" t="0"/>
          <a:stretch/>
        </p:blipFill>
        <p:spPr>
          <a:xfrm>
            <a:off x="14909800" y="15518923"/>
            <a:ext cx="2844800" cy="8030633"/>
          </a:xfrm>
          <a:prstGeom prst="rect">
            <a:avLst/>
          </a:prstGeom>
          <a:noFill/>
          <a:ln>
            <a:noFill/>
          </a:ln>
        </p:spPr>
      </p:pic>
      <p:sp>
        <p:nvSpPr>
          <p:cNvPr id="165" name="Google Shape;165;p37"/>
          <p:cNvSpPr txBox="1"/>
          <p:nvPr/>
        </p:nvSpPr>
        <p:spPr>
          <a:xfrm>
            <a:off x="12217940" y="24257897"/>
            <a:ext cx="8778673" cy="62478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Feature Engineering: Categorical variables (such as Gender, Contract type, and Internet Service) are encoded into numerical formats suitable for </a:t>
            </a:r>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machine learning algorithms.</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Synthetic Minority Over-sampling Technique (SMOTE): The framework applies SMOTE to the training data to create a balanced 1:1 ratio</a:t>
            </a:r>
            <a:endParaRPr sz="4000">
              <a:solidFill>
                <a:schemeClr val="dk1"/>
              </a:solidFill>
              <a:latin typeface="Times New Roman"/>
              <a:ea typeface="Times New Roman"/>
              <a:cs typeface="Times New Roman"/>
              <a:sym typeface="Times New Roman"/>
            </a:endParaRPr>
          </a:p>
        </p:txBody>
      </p:sp>
      <p:sp>
        <p:nvSpPr>
          <p:cNvPr id="166" name="Google Shape;166;p37"/>
          <p:cNvSpPr txBox="1"/>
          <p:nvPr/>
        </p:nvSpPr>
        <p:spPr>
          <a:xfrm>
            <a:off x="33398560" y="7107063"/>
            <a:ext cx="9410329" cy="105567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ROC-AUC Score: 82.51%, demonstrating excellent separation power between churners and non-churners.</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Recall Improvement: SMOTE increased recall from a baseline of 0.48 to 0.77, ensuring 77% of actual churners are caught.</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Generalization: Low variance was confirmed with only a 2.85% gap between training (76.2%) and test (73.35%) accuracy.</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Robustness: A 5-Fold Cross-Validation showed an extremely low Coefficient of Variation (under 3%), proving the model is highly stable.</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p:txBody>
      </p:sp>
      <p:sp>
        <p:nvSpPr>
          <p:cNvPr id="167" name="Google Shape;167;p37"/>
          <p:cNvSpPr txBox="1"/>
          <p:nvPr/>
        </p:nvSpPr>
        <p:spPr>
          <a:xfrm>
            <a:off x="34315400" y="25044400"/>
            <a:ext cx="184731"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p:txBody>
      </p:sp>
      <p:sp>
        <p:nvSpPr>
          <p:cNvPr id="168" name="Google Shape;168;p37"/>
          <p:cNvSpPr/>
          <p:nvPr/>
        </p:nvSpPr>
        <p:spPr>
          <a:xfrm>
            <a:off x="33058835" y="18000989"/>
            <a:ext cx="9635390" cy="10556736"/>
          </a:xfrm>
          <a:prstGeom prst="rect">
            <a:avLst/>
          </a:prstGeom>
          <a:noFill/>
          <a:ln>
            <a:noFill/>
          </a:ln>
        </p:spPr>
        <p:txBody>
          <a:bodyPr anchorCtr="0" anchor="ctr" bIns="45700" lIns="91425" spcFirstLastPara="1" rIns="91425" wrap="square" tIns="45700">
            <a:noAutofit/>
          </a:bodyPr>
          <a:lstStyle/>
          <a:p>
            <a:pPr indent="-254000" lvl="0" marL="0" marR="0" rtl="0" algn="l">
              <a:lnSpc>
                <a:spcPct val="100000"/>
              </a:lnSpc>
              <a:spcBef>
                <a:spcPts val="0"/>
              </a:spcBef>
              <a:spcAft>
                <a:spcPts val="0"/>
              </a:spcAft>
              <a:buClr>
                <a:schemeClr val="dk1"/>
              </a:buClr>
              <a:buSzPts val="4000"/>
              <a:buFont typeface="Times New Roman"/>
              <a:buChar char="•"/>
            </a:pPr>
            <a:r>
              <a:rPr i="0" lang="en-US" sz="4000" u="none" cap="none" strike="noStrike">
                <a:solidFill>
                  <a:schemeClr val="dk1"/>
                </a:solidFill>
                <a:latin typeface="Times New Roman"/>
                <a:ea typeface="Times New Roman"/>
                <a:cs typeface="Times New Roman"/>
                <a:sym typeface="Times New Roman"/>
              </a:rPr>
              <a:t>Primary Drivers: Churn is largely driven by contract type, internet service choice, and early tenure.</a:t>
            </a:r>
            <a:endParaRPr/>
          </a:p>
          <a:p>
            <a:pPr indent="0" lvl="0" marL="0" marR="0" rtl="0" algn="l">
              <a:lnSpc>
                <a:spcPct val="100000"/>
              </a:lnSpc>
              <a:spcBef>
                <a:spcPts val="0"/>
              </a:spcBef>
              <a:spcAft>
                <a:spcPts val="0"/>
              </a:spcAft>
              <a:buClr>
                <a:schemeClr val="dk1"/>
              </a:buClr>
              <a:buSzPts val="4000"/>
              <a:buFont typeface="Arial Narrow"/>
              <a:buNone/>
            </a:pPr>
            <a:r>
              <a:t/>
            </a:r>
            <a:endParaRPr i="0" sz="4000" u="none" cap="none" strike="noStrike">
              <a:solidFill>
                <a:schemeClr val="dk1"/>
              </a:solidFill>
              <a:latin typeface="Times New Roman"/>
              <a:ea typeface="Times New Roman"/>
              <a:cs typeface="Times New Roman"/>
              <a:sym typeface="Times New Roman"/>
            </a:endParaRPr>
          </a:p>
          <a:p>
            <a:pPr indent="-254000" lvl="0" marL="0" marR="0" rtl="0" algn="l">
              <a:lnSpc>
                <a:spcPct val="100000"/>
              </a:lnSpc>
              <a:spcBef>
                <a:spcPts val="0"/>
              </a:spcBef>
              <a:spcAft>
                <a:spcPts val="0"/>
              </a:spcAft>
              <a:buClr>
                <a:schemeClr val="dk1"/>
              </a:buClr>
              <a:buSzPts val="4000"/>
              <a:buFont typeface="Times New Roman"/>
              <a:buChar char="•"/>
            </a:pPr>
            <a:r>
              <a:rPr i="0" lang="en-US" sz="4000" u="none" cap="none" strike="noStrike">
                <a:solidFill>
                  <a:schemeClr val="dk1"/>
                </a:solidFill>
                <a:latin typeface="Times New Roman"/>
                <a:ea typeface="Times New Roman"/>
                <a:cs typeface="Times New Roman"/>
                <a:sym typeface="Times New Roman"/>
              </a:rPr>
              <a:t>Strategic Recommendation: The company should incentivize month-to-month users to switch to longer contracts and target "Fiber Optic" users with improved support packages.</a:t>
            </a:r>
            <a:endParaRPr/>
          </a:p>
          <a:p>
            <a:pPr indent="0" lvl="0" marL="0" marR="0" rtl="0" algn="l">
              <a:lnSpc>
                <a:spcPct val="100000"/>
              </a:lnSpc>
              <a:spcBef>
                <a:spcPts val="0"/>
              </a:spcBef>
              <a:spcAft>
                <a:spcPts val="0"/>
              </a:spcAft>
              <a:buClr>
                <a:schemeClr val="dk1"/>
              </a:buClr>
              <a:buSzPts val="4000"/>
              <a:buFont typeface="Arial Narrow"/>
              <a:buNone/>
            </a:pPr>
            <a:r>
              <a:t/>
            </a:r>
            <a:endParaRPr i="0" sz="4000" u="none" cap="none" strike="noStrike">
              <a:solidFill>
                <a:schemeClr val="dk1"/>
              </a:solidFill>
              <a:latin typeface="Times New Roman"/>
              <a:ea typeface="Times New Roman"/>
              <a:cs typeface="Times New Roman"/>
              <a:sym typeface="Times New Roman"/>
            </a:endParaRPr>
          </a:p>
          <a:p>
            <a:pPr indent="-254000" lvl="0" marL="0" marR="0" rtl="0" algn="l">
              <a:lnSpc>
                <a:spcPct val="100000"/>
              </a:lnSpc>
              <a:spcBef>
                <a:spcPts val="0"/>
              </a:spcBef>
              <a:spcAft>
                <a:spcPts val="0"/>
              </a:spcAft>
              <a:buClr>
                <a:schemeClr val="dk1"/>
              </a:buClr>
              <a:buSzPts val="4000"/>
              <a:buFont typeface="Times New Roman"/>
              <a:buChar char="•"/>
            </a:pPr>
            <a:r>
              <a:rPr i="0" lang="en-US" sz="4000" u="none" cap="none" strike="noStrike">
                <a:solidFill>
                  <a:schemeClr val="dk1"/>
                </a:solidFill>
                <a:latin typeface="Times New Roman"/>
                <a:ea typeface="Times New Roman"/>
                <a:cs typeface="Times New Roman"/>
                <a:sym typeface="Times New Roman"/>
              </a:rPr>
              <a:t>Business Impact: Prioritizing Recall is more cost-effective for Telco, as the cost of acquiring a new customer is 5 times higher than retaining an existing one.</a:t>
            </a:r>
            <a:endParaRPr/>
          </a:p>
          <a:p>
            <a:pPr indent="0" lvl="0" marL="0" marR="0" rtl="0" algn="l">
              <a:lnSpc>
                <a:spcPct val="100000"/>
              </a:lnSpc>
              <a:spcBef>
                <a:spcPts val="0"/>
              </a:spcBef>
              <a:spcAft>
                <a:spcPts val="0"/>
              </a:spcAft>
              <a:buClr>
                <a:schemeClr val="dk1"/>
              </a:buClr>
              <a:buSzPts val="4000"/>
              <a:buFont typeface="Arial Narrow"/>
              <a:buNone/>
            </a:pPr>
            <a:r>
              <a:t/>
            </a:r>
            <a:endParaRPr i="0" sz="4000" u="none" cap="none" strike="noStrike">
              <a:solidFill>
                <a:schemeClr val="dk1"/>
              </a:solidFill>
              <a:latin typeface="Times New Roman"/>
              <a:ea typeface="Times New Roman"/>
              <a:cs typeface="Times New Roman"/>
              <a:sym typeface="Times New Roman"/>
            </a:endParaRPr>
          </a:p>
          <a:p>
            <a:pPr indent="-254000" lvl="0" marL="0" marR="0" rtl="0" algn="l">
              <a:lnSpc>
                <a:spcPct val="100000"/>
              </a:lnSpc>
              <a:spcBef>
                <a:spcPts val="0"/>
              </a:spcBef>
              <a:spcAft>
                <a:spcPts val="0"/>
              </a:spcAft>
              <a:buClr>
                <a:schemeClr val="dk1"/>
              </a:buClr>
              <a:buSzPts val="4000"/>
              <a:buFont typeface="Times New Roman"/>
              <a:buChar char="•"/>
            </a:pPr>
            <a:r>
              <a:rPr i="0" lang="en-US" sz="4000" u="none" cap="none" strike="noStrike">
                <a:solidFill>
                  <a:schemeClr val="dk1"/>
                </a:solidFill>
                <a:latin typeface="Times New Roman"/>
                <a:ea typeface="Times New Roman"/>
                <a:cs typeface="Times New Roman"/>
                <a:sym typeface="Times New Roman"/>
              </a:rPr>
              <a:t>Future Work: Future models should incorporate "soft" data like customer service logs and support tickets to improve precision.</a:t>
            </a:r>
            <a:endParaRPr/>
          </a:p>
        </p:txBody>
      </p:sp>
      <p:sp>
        <p:nvSpPr>
          <p:cNvPr id="169" name="Google Shape;169;p37"/>
          <p:cNvSpPr txBox="1"/>
          <p:nvPr/>
        </p:nvSpPr>
        <p:spPr>
          <a:xfrm>
            <a:off x="33078738" y="29877326"/>
            <a:ext cx="10490200"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IBM Sample Data Sets, Telco Customer Churn, 2026.</a:t>
            </a:r>
            <a:endParaRPr/>
          </a:p>
        </p:txBody>
      </p:sp>
      <p:sp>
        <p:nvSpPr>
          <p:cNvPr id="170" name="Google Shape;170;p37"/>
          <p:cNvSpPr txBox="1"/>
          <p:nvPr/>
        </p:nvSpPr>
        <p:spPr>
          <a:xfrm>
            <a:off x="22301200" y="18852682"/>
            <a:ext cx="9982200" cy="923136"/>
          </a:xfrm>
          <a:prstGeom prst="rect">
            <a:avLst/>
          </a:prstGeom>
          <a:solidFill>
            <a:schemeClr val="accent2"/>
          </a:solidFill>
          <a:ln>
            <a:noFill/>
          </a:ln>
        </p:spPr>
        <p:txBody>
          <a:bodyPr anchorCtr="0" anchor="t" bIns="45600" lIns="91250" spcFirstLastPara="1" rIns="91250" wrap="square" tIns="45600">
            <a:spAutoFit/>
          </a:bodyPr>
          <a:lstStyle/>
          <a:p>
            <a:pPr indent="0" lvl="0" marL="0" marR="0" rtl="0" algn="ctr">
              <a:spcBef>
                <a:spcPts val="0"/>
              </a:spcBef>
              <a:spcAft>
                <a:spcPts val="0"/>
              </a:spcAft>
              <a:buNone/>
            </a:pPr>
            <a:r>
              <a:rPr b="1" lang="en-US" sz="5400">
                <a:solidFill>
                  <a:srgbClr val="F8F8F8"/>
                </a:solidFill>
                <a:latin typeface="Times New Roman"/>
                <a:ea typeface="Times New Roman"/>
                <a:cs typeface="Times New Roman"/>
                <a:sym typeface="Times New Roman"/>
              </a:rPr>
              <a:t>Model Selection</a:t>
            </a:r>
            <a:endParaRPr/>
          </a:p>
        </p:txBody>
      </p:sp>
      <p:sp>
        <p:nvSpPr>
          <p:cNvPr id="171" name="Google Shape;171;p37"/>
          <p:cNvSpPr txBox="1"/>
          <p:nvPr/>
        </p:nvSpPr>
        <p:spPr>
          <a:xfrm>
            <a:off x="22540085" y="19775818"/>
            <a:ext cx="9635389" cy="124033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The project compared several high-performance classifiers to determine which architecture best handled the complex, non-linear patterns of customer attrition:</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Random Forest (Baseline): Chosen as the starting point due to its ability to handle mixed data types and provide a benchmark for feature importance.</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XGBoost &amp; LightGBM: These gradient-boosting models were tested for their superior speed and accuracy, with LightGBM achieving a strong ROC-AUC of 82.7% and a Recall of 0.75.</a:t>
            </a:r>
            <a:endParaRPr/>
          </a:p>
          <a:p>
            <a:pPr indent="0" lvl="0" marL="0" marR="0" rtl="0" algn="l">
              <a:spcBef>
                <a:spcPts val="0"/>
              </a:spcBef>
              <a:spcAft>
                <a:spcPts val="0"/>
              </a:spcAft>
              <a:buNone/>
            </a:pPr>
            <a:r>
              <a:t/>
            </a:r>
            <a:endParaRPr sz="4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4000">
                <a:solidFill>
                  <a:schemeClr val="dk1"/>
                </a:solidFill>
                <a:latin typeface="Times New Roman"/>
                <a:ea typeface="Times New Roman"/>
                <a:cs typeface="Times New Roman"/>
                <a:sym typeface="Times New Roman"/>
              </a:rPr>
              <a:t>Support Vector Classifier (SVC): This model was ultimately selected as the final choice because it provided the most robust separation power.</a:t>
            </a:r>
            <a:endParaRPr sz="40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