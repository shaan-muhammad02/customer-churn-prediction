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4"/>
    <p:sldMasterId id="2147483676" r:id="rId5"/>
    <p:sldMasterId id="214748367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5143500" cx="9144000"/>
  <p:notesSz cx="6858000" cy="9144000"/>
  <p:embeddedFontLst>
    <p:embeddedFont>
      <p:font typeface="Quattrocento Sans"/>
      <p:regular r:id="rId21"/>
      <p:bold r:id="rId22"/>
      <p:italic r:id="rId23"/>
      <p:boldItalic r:id="rId24"/>
    </p:embeddedFont>
    <p:embeddedFont>
      <p:font typeface="Roboto Mono"/>
      <p:regular r:id="rId25"/>
      <p:bold r:id="rId26"/>
      <p:italic r:id="rId27"/>
      <p:boldItalic r:id="rId28"/>
    </p:embeddedFont>
    <p:embeddedFont>
      <p:font typeface="Open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12">
          <p15:clr>
            <a:srgbClr val="A4A3A4"/>
          </p15:clr>
        </p15:guide>
        <p15:guide id="2" pos="287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12" orient="horz"/>
        <p:guide pos="287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QuattrocentoSans-bold.fntdata"/><Relationship Id="rId21" Type="http://schemas.openxmlformats.org/officeDocument/2006/relationships/font" Target="fonts/QuattrocentoSans-regular.fntdata"/><Relationship Id="rId24" Type="http://schemas.openxmlformats.org/officeDocument/2006/relationships/font" Target="fonts/QuattrocentoSans-boldItalic.fntdata"/><Relationship Id="rId23" Type="http://schemas.openxmlformats.org/officeDocument/2006/relationships/font" Target="fonts/QuattrocentoSans-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RobotoMono-bold.fntdata"/><Relationship Id="rId25" Type="http://schemas.openxmlformats.org/officeDocument/2006/relationships/font" Target="fonts/RobotoMono-regular.fntdata"/><Relationship Id="rId28" Type="http://schemas.openxmlformats.org/officeDocument/2006/relationships/font" Target="fonts/RobotoMono-boldItalic.fntdata"/><Relationship Id="rId27" Type="http://schemas.openxmlformats.org/officeDocument/2006/relationships/font" Target="fonts/RobotoMono-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OpenSans-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OpenSans-italic.fntdata"/><Relationship Id="rId30" Type="http://schemas.openxmlformats.org/officeDocument/2006/relationships/font" Target="fonts/OpenSans-bold.fntdata"/><Relationship Id="rId11" Type="http://schemas.openxmlformats.org/officeDocument/2006/relationships/slide" Target="slides/slide4.xml"/><Relationship Id="rId10" Type="http://schemas.openxmlformats.org/officeDocument/2006/relationships/slide" Target="slides/slide3.xml"/><Relationship Id="rId32" Type="http://schemas.openxmlformats.org/officeDocument/2006/relationships/font" Target="fonts/OpenSans-bold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d4ee3fe17f_55_2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g3d4ee3fe17f_55_2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d4ee3fe17f_55_5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g3d4ee3fe17f_55_5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d4ee3fe17f_55_10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g3d4ee3fe17f_55_10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d4ee3fe17f_55_22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g3d4ee3fe17f_55_22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d4ee3fe17f_249_3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g3d4ee3fe17f_249_3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tle" showMasterSp="0" type="title">
  <p:cSld name="TITLE">
    <p:spTree>
      <p:nvGrpSpPr>
        <p:cNvPr id="16" name="Shape 16"/>
        <p:cNvGrpSpPr/>
        <p:nvPr/>
      </p:nvGrpSpPr>
      <p:grpSpPr>
        <a:xfrm>
          <a:off x="0" y="0"/>
          <a:ext cx="0" cy="0"/>
          <a:chOff x="0" y="0"/>
          <a:chExt cx="0" cy="0"/>
        </a:xfrm>
      </p:grpSpPr>
      <p:sp>
        <p:nvSpPr>
          <p:cNvPr id="17" name="Google Shape;17;p2"/>
          <p:cNvSpPr txBox="1"/>
          <p:nvPr>
            <p:ph type="ctrTitle"/>
          </p:nvPr>
        </p:nvSpPr>
        <p:spPr>
          <a:xfrm>
            <a:off x="457236" y="2472687"/>
            <a:ext cx="8230243" cy="41148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Clr>
                <a:schemeClr val="dk1"/>
              </a:buClr>
              <a:buSzPts val="2800"/>
              <a:buFont typeface="Arial"/>
              <a:buNone/>
              <a:defRPr b="1" i="0" sz="28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457236" y="2876551"/>
            <a:ext cx="8230243" cy="1234440"/>
          </a:xfrm>
          <a:prstGeom prst="rect">
            <a:avLst/>
          </a:prstGeom>
          <a:noFill/>
          <a:ln>
            <a:noFill/>
          </a:ln>
        </p:spPr>
        <p:txBody>
          <a:bodyPr anchorCtr="0" anchor="t" bIns="40800" lIns="81625" spcFirstLastPara="1" rIns="81625" wrap="square" tIns="40800">
            <a:normAutofit/>
          </a:bodyPr>
          <a:lstStyle>
            <a:lvl1pPr lvl="0" algn="l">
              <a:spcBef>
                <a:spcPts val="360"/>
              </a:spcBef>
              <a:spcAft>
                <a:spcPts val="0"/>
              </a:spcAft>
              <a:buClr>
                <a:schemeClr val="dk1"/>
              </a:buClr>
              <a:buSzPts val="1800"/>
              <a:buNone/>
              <a:defRPr sz="1800">
                <a:solidFill>
                  <a:schemeClr val="dk1"/>
                </a:solidFill>
                <a:latin typeface="Arial"/>
                <a:ea typeface="Arial"/>
                <a:cs typeface="Arial"/>
                <a:sym typeface="Arial"/>
              </a:defRPr>
            </a:lvl1pPr>
            <a:lvl2pPr lvl="1" algn="ctr">
              <a:spcBef>
                <a:spcPts val="500"/>
              </a:spcBef>
              <a:spcAft>
                <a:spcPts val="0"/>
              </a:spcAft>
              <a:buClr>
                <a:srgbClr val="888888"/>
              </a:buClr>
              <a:buSzPts val="2500"/>
              <a:buNone/>
              <a:defRPr>
                <a:solidFill>
                  <a:srgbClr val="888888"/>
                </a:solidFill>
              </a:defRPr>
            </a:lvl2pPr>
            <a:lvl3pPr lvl="2" algn="ctr">
              <a:spcBef>
                <a:spcPts val="440"/>
              </a:spcBef>
              <a:spcAft>
                <a:spcPts val="0"/>
              </a:spcAft>
              <a:buClr>
                <a:srgbClr val="888888"/>
              </a:buClr>
              <a:buSzPts val="2200"/>
              <a:buNone/>
              <a:defRPr>
                <a:solidFill>
                  <a:srgbClr val="888888"/>
                </a:solidFill>
              </a:defRPr>
            </a:lvl3pPr>
            <a:lvl4pPr lvl="3" algn="ctr">
              <a:spcBef>
                <a:spcPts val="360"/>
              </a:spcBef>
              <a:spcAft>
                <a:spcPts val="0"/>
              </a:spcAft>
              <a:buClr>
                <a:srgbClr val="888888"/>
              </a:buClr>
              <a:buSzPts val="1800"/>
              <a:buNone/>
              <a:defRPr>
                <a:solidFill>
                  <a:srgbClr val="888888"/>
                </a:solidFill>
              </a:defRPr>
            </a:lvl4pPr>
            <a:lvl5pPr lvl="4" algn="ctr">
              <a:spcBef>
                <a:spcPts val="360"/>
              </a:spcBef>
              <a:spcAft>
                <a:spcPts val="0"/>
              </a:spcAft>
              <a:buClr>
                <a:srgbClr val="888888"/>
              </a:buClr>
              <a:buSzPts val="1800"/>
              <a:buNone/>
              <a:defRPr>
                <a:solidFill>
                  <a:srgbClr val="888888"/>
                </a:solidFill>
              </a:defRPr>
            </a:lvl5pPr>
            <a:lvl6pPr lvl="5" algn="ctr">
              <a:spcBef>
                <a:spcPts val="360"/>
              </a:spcBef>
              <a:spcAft>
                <a:spcPts val="0"/>
              </a:spcAft>
              <a:buClr>
                <a:srgbClr val="888888"/>
              </a:buClr>
              <a:buSzPts val="1800"/>
              <a:buNone/>
              <a:defRPr>
                <a:solidFill>
                  <a:srgbClr val="888888"/>
                </a:solidFill>
              </a:defRPr>
            </a:lvl6pPr>
            <a:lvl7pPr lvl="6" algn="ctr">
              <a:spcBef>
                <a:spcPts val="360"/>
              </a:spcBef>
              <a:spcAft>
                <a:spcPts val="0"/>
              </a:spcAft>
              <a:buClr>
                <a:srgbClr val="888888"/>
              </a:buClr>
              <a:buSzPts val="1800"/>
              <a:buNone/>
              <a:defRPr>
                <a:solidFill>
                  <a:srgbClr val="888888"/>
                </a:solidFill>
              </a:defRPr>
            </a:lvl7pPr>
            <a:lvl8pPr lvl="7" algn="ctr">
              <a:spcBef>
                <a:spcPts val="360"/>
              </a:spcBef>
              <a:spcAft>
                <a:spcPts val="0"/>
              </a:spcAft>
              <a:buClr>
                <a:srgbClr val="888888"/>
              </a:buClr>
              <a:buSzPts val="1800"/>
              <a:buNone/>
              <a:defRPr>
                <a:solidFill>
                  <a:srgbClr val="888888"/>
                </a:solidFill>
              </a:defRPr>
            </a:lvl8pPr>
            <a:lvl9pPr lvl="8" algn="ctr">
              <a:spcBef>
                <a:spcPts val="360"/>
              </a:spcBef>
              <a:spcAft>
                <a:spcPts val="0"/>
              </a:spcAft>
              <a:buClr>
                <a:srgbClr val="888888"/>
              </a:buClr>
              <a:buSzPts val="1800"/>
              <a:buNone/>
              <a:defRPr>
                <a:solidFill>
                  <a:srgbClr val="888888"/>
                </a:solidFill>
              </a:defRPr>
            </a:lvl9pPr>
          </a:lstStyle>
          <a:p/>
        </p:txBody>
      </p:sp>
      <p:pic>
        <p:nvPicPr>
          <p:cNvPr descr="A close up of a sign&#10;&#10;Description automatically generated" id="19" name="Google Shape;19;p2"/>
          <p:cNvPicPr preferRelativeResize="0"/>
          <p:nvPr/>
        </p:nvPicPr>
        <p:blipFill rotWithShape="1">
          <a:blip r:embed="rId2">
            <a:alphaModFix/>
          </a:blip>
          <a:srcRect b="0" l="0" r="0" t="0"/>
          <a:stretch/>
        </p:blipFill>
        <p:spPr>
          <a:xfrm>
            <a:off x="7356950" y="4275007"/>
            <a:ext cx="2336662" cy="7009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0" name="Shape 20"/>
        <p:cNvGrpSpPr/>
        <p:nvPr/>
      </p:nvGrpSpPr>
      <p:grpSpPr>
        <a:xfrm>
          <a:off x="0" y="0"/>
          <a:ext cx="0" cy="0"/>
          <a:chOff x="0" y="0"/>
          <a:chExt cx="0" cy="0"/>
        </a:xfrm>
      </p:grpSpPr>
      <p:sp>
        <p:nvSpPr>
          <p:cNvPr id="21" name="Google Shape;21;p3"/>
          <p:cNvSpPr txBox="1"/>
          <p:nvPr>
            <p:ph idx="10" type="dt"/>
          </p:nvPr>
        </p:nvSpPr>
        <p:spPr>
          <a:xfrm>
            <a:off x="457200" y="4767263"/>
            <a:ext cx="2133600" cy="273844"/>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1" type="ftr"/>
          </p:nvPr>
        </p:nvSpPr>
        <p:spPr>
          <a:xfrm>
            <a:off x="3124200" y="4767263"/>
            <a:ext cx="2895600" cy="273844"/>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2" type="sldNum"/>
          </p:nvPr>
        </p:nvSpPr>
        <p:spPr>
          <a:xfrm>
            <a:off x="3449064" y="4777436"/>
            <a:ext cx="2133600" cy="273844"/>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4" name="Google Shape;24;p3"/>
          <p:cNvSpPr txBox="1"/>
          <p:nvPr>
            <p:ph idx="1" type="body"/>
          </p:nvPr>
        </p:nvSpPr>
        <p:spPr>
          <a:xfrm>
            <a:off x="459380" y="701040"/>
            <a:ext cx="8230243" cy="380619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3"/>
          <p:cNvSpPr txBox="1"/>
          <p:nvPr>
            <p:ph type="title"/>
          </p:nvPr>
        </p:nvSpPr>
        <p:spPr>
          <a:xfrm>
            <a:off x="457200" y="0"/>
            <a:ext cx="8229600" cy="555498"/>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6" name="Google Shape;26;p3"/>
          <p:cNvCxnSpPr/>
          <p:nvPr/>
        </p:nvCxnSpPr>
        <p:spPr>
          <a:xfrm>
            <a:off x="456879" y="561499"/>
            <a:ext cx="8230243" cy="0"/>
          </a:xfrm>
          <a:prstGeom prst="straightConnector1">
            <a:avLst/>
          </a:prstGeom>
          <a:solidFill>
            <a:schemeClr val="accent1"/>
          </a:solidFill>
          <a:ln cap="flat" cmpd="sng" w="25400">
            <a:solidFill>
              <a:srgbClr val="7F7F7F"/>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Title and Chart">
    <p:spTree>
      <p:nvGrpSpPr>
        <p:cNvPr id="27" name="Shape 27"/>
        <p:cNvGrpSpPr/>
        <p:nvPr/>
      </p:nvGrpSpPr>
      <p:grpSpPr>
        <a:xfrm>
          <a:off x="0" y="0"/>
          <a:ext cx="0" cy="0"/>
          <a:chOff x="0" y="0"/>
          <a:chExt cx="0" cy="0"/>
        </a:xfrm>
      </p:grpSpPr>
      <p:sp>
        <p:nvSpPr>
          <p:cNvPr id="28" name="Google Shape;28;p4"/>
          <p:cNvSpPr txBox="1"/>
          <p:nvPr>
            <p:ph type="title"/>
          </p:nvPr>
        </p:nvSpPr>
        <p:spPr>
          <a:xfrm>
            <a:off x="457200" y="0"/>
            <a:ext cx="8229600" cy="555498"/>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0" type="dt"/>
          </p:nvPr>
        </p:nvSpPr>
        <p:spPr>
          <a:xfrm>
            <a:off x="457200" y="4767263"/>
            <a:ext cx="2133600" cy="273844"/>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3124200" y="4767263"/>
            <a:ext cx="2895600" cy="273844"/>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3449064" y="4777436"/>
            <a:ext cx="2133600" cy="273844"/>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r>
              <a:rPr lang="en-US"/>
              <a:t>Page </a:t>
            </a:r>
            <a:fld id="{00000000-1234-1234-1234-123412341234}" type="slidenum">
              <a:rPr lang="en-US"/>
              <a:t>‹#›</a:t>
            </a:fld>
            <a:endParaRPr/>
          </a:p>
        </p:txBody>
      </p:sp>
      <p:sp>
        <p:nvSpPr>
          <p:cNvPr id="32" name="Google Shape;32;p4"/>
          <p:cNvSpPr/>
          <p:nvPr>
            <p:ph idx="2" type="chart"/>
          </p:nvPr>
        </p:nvSpPr>
        <p:spPr>
          <a:xfrm>
            <a:off x="456700" y="693420"/>
            <a:ext cx="8230600" cy="3804285"/>
          </a:xfrm>
          <a:prstGeom prst="rect">
            <a:avLst/>
          </a:prstGeom>
          <a:noFill/>
          <a:ln>
            <a:noFill/>
          </a:ln>
        </p:spPr>
        <p:txBody>
          <a:bodyPr anchorCtr="0" anchor="t" bIns="40800" lIns="81625" spcFirstLastPara="1" rIns="81625" wrap="square" tIns="40800">
            <a:noAutofit/>
          </a:bodyPr>
          <a:lstStyle>
            <a:lvl1pPr lvl="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lvl="1" marR="0" rtl="0" algn="l">
              <a:spcBef>
                <a:spcPts val="500"/>
              </a:spcBef>
              <a:spcAft>
                <a:spcPts val="0"/>
              </a:spcAft>
              <a:buClr>
                <a:schemeClr val="dk1"/>
              </a:buClr>
              <a:buSzPts val="2500"/>
              <a:buFont typeface="Arial"/>
              <a:buChar char="–"/>
              <a:defRPr b="0" i="0" sz="2500" u="none" cap="none" strike="noStrike">
                <a:solidFill>
                  <a:schemeClr val="dk1"/>
                </a:solidFill>
                <a:latin typeface="Arial"/>
                <a:ea typeface="Arial"/>
                <a:cs typeface="Arial"/>
                <a:sym typeface="Arial"/>
              </a:defRPr>
            </a:lvl2pPr>
            <a:lvl3pPr lvl="2" marR="0" rtl="0" algn="l">
              <a:spcBef>
                <a:spcPts val="44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lvl="3"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lvl="6"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lvl="7"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lvl="8"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cxnSp>
        <p:nvCxnSpPr>
          <p:cNvPr id="33" name="Google Shape;33;p4"/>
          <p:cNvCxnSpPr/>
          <p:nvPr/>
        </p:nvCxnSpPr>
        <p:spPr>
          <a:xfrm>
            <a:off x="456879" y="561499"/>
            <a:ext cx="8230243" cy="0"/>
          </a:xfrm>
          <a:prstGeom prst="straightConnector1">
            <a:avLst/>
          </a:prstGeom>
          <a:solidFill>
            <a:schemeClr val="accent1"/>
          </a:solidFill>
          <a:ln cap="flat" cmpd="sng" w="25400">
            <a:solidFill>
              <a:srgbClr val="7F7F7F"/>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4" name="Shape 34"/>
        <p:cNvGrpSpPr/>
        <p:nvPr/>
      </p:nvGrpSpPr>
      <p:grpSpPr>
        <a:xfrm>
          <a:off x="0" y="0"/>
          <a:ext cx="0" cy="0"/>
          <a:chOff x="0" y="0"/>
          <a:chExt cx="0" cy="0"/>
        </a:xfrm>
      </p:grpSpPr>
      <p:sp>
        <p:nvSpPr>
          <p:cNvPr id="35" name="Google Shape;35;p5"/>
          <p:cNvSpPr txBox="1"/>
          <p:nvPr>
            <p:ph type="title"/>
          </p:nvPr>
        </p:nvSpPr>
        <p:spPr>
          <a:xfrm>
            <a:off x="457200" y="0"/>
            <a:ext cx="8229600" cy="555498"/>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0" type="dt"/>
          </p:nvPr>
        </p:nvSpPr>
        <p:spPr>
          <a:xfrm>
            <a:off x="457200" y="4767263"/>
            <a:ext cx="2133600" cy="273844"/>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1" type="ftr"/>
          </p:nvPr>
        </p:nvSpPr>
        <p:spPr>
          <a:xfrm>
            <a:off x="3124200" y="4767263"/>
            <a:ext cx="2895600" cy="273844"/>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2" type="sldNum"/>
          </p:nvPr>
        </p:nvSpPr>
        <p:spPr>
          <a:xfrm>
            <a:off x="3449064" y="4777436"/>
            <a:ext cx="2133600" cy="273844"/>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r>
              <a:rPr lang="en-US"/>
              <a:t>Page </a:t>
            </a:r>
            <a:fld id="{00000000-1234-1234-1234-123412341234}" type="slidenum">
              <a:rPr lang="en-US"/>
              <a:t>‹#›</a:t>
            </a:fld>
            <a:endParaRPr/>
          </a:p>
        </p:txBody>
      </p:sp>
      <p:cxnSp>
        <p:nvCxnSpPr>
          <p:cNvPr id="39" name="Google Shape;39;p5"/>
          <p:cNvCxnSpPr/>
          <p:nvPr/>
        </p:nvCxnSpPr>
        <p:spPr>
          <a:xfrm>
            <a:off x="456879" y="561499"/>
            <a:ext cx="8230243" cy="0"/>
          </a:xfrm>
          <a:prstGeom prst="straightConnector1">
            <a:avLst/>
          </a:prstGeom>
          <a:solidFill>
            <a:schemeClr val="accent1"/>
          </a:solidFill>
          <a:ln cap="flat" cmpd="sng" w="25400">
            <a:solidFill>
              <a:srgbClr val="7F7F7F"/>
            </a:solidFill>
            <a:prstDash val="solid"/>
            <a:round/>
            <a:headEnd len="sm" w="sm" type="none"/>
            <a:tailEnd len="sm" w="sm" type="none"/>
          </a:ln>
        </p:spPr>
      </p:cxnSp>
      <p:sp>
        <p:nvSpPr>
          <p:cNvPr id="40" name="Google Shape;40;p5"/>
          <p:cNvSpPr txBox="1"/>
          <p:nvPr>
            <p:ph idx="1" type="body"/>
          </p:nvPr>
        </p:nvSpPr>
        <p:spPr>
          <a:xfrm>
            <a:off x="457201" y="693738"/>
            <a:ext cx="4021138" cy="380365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 name="Google Shape;41;p5"/>
          <p:cNvSpPr txBox="1"/>
          <p:nvPr>
            <p:ph idx="2" type="body"/>
          </p:nvPr>
        </p:nvSpPr>
        <p:spPr>
          <a:xfrm>
            <a:off x="4659313" y="693420"/>
            <a:ext cx="4038600" cy="380365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tle" showMasterSp="0" type="title">
  <p:cSld name="TITLE">
    <p:spTree>
      <p:nvGrpSpPr>
        <p:cNvPr id="49" name="Shape 49"/>
        <p:cNvGrpSpPr/>
        <p:nvPr/>
      </p:nvGrpSpPr>
      <p:grpSpPr>
        <a:xfrm>
          <a:off x="0" y="0"/>
          <a:ext cx="0" cy="0"/>
          <a:chOff x="0" y="0"/>
          <a:chExt cx="0" cy="0"/>
        </a:xfrm>
      </p:grpSpPr>
      <p:sp>
        <p:nvSpPr>
          <p:cNvPr id="50" name="Google Shape;50;p7"/>
          <p:cNvSpPr txBox="1"/>
          <p:nvPr>
            <p:ph type="ctrTitle"/>
          </p:nvPr>
        </p:nvSpPr>
        <p:spPr>
          <a:xfrm>
            <a:off x="457236" y="2472687"/>
            <a:ext cx="8230200" cy="4116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Clr>
                <a:schemeClr val="dk1"/>
              </a:buClr>
              <a:buSzPts val="2800"/>
              <a:buFont typeface="Arial"/>
              <a:buNone/>
              <a:defRPr b="1" i="0" sz="28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 type="subTitle"/>
          </p:nvPr>
        </p:nvSpPr>
        <p:spPr>
          <a:xfrm>
            <a:off x="457236" y="2876551"/>
            <a:ext cx="8230200" cy="1234500"/>
          </a:xfrm>
          <a:prstGeom prst="rect">
            <a:avLst/>
          </a:prstGeom>
          <a:noFill/>
          <a:ln>
            <a:noFill/>
          </a:ln>
        </p:spPr>
        <p:txBody>
          <a:bodyPr anchorCtr="0" anchor="t" bIns="40800" lIns="81625" spcFirstLastPara="1" rIns="81625" wrap="square" tIns="40800">
            <a:normAutofit/>
          </a:bodyPr>
          <a:lstStyle>
            <a:lvl1pPr lvl="0" algn="l">
              <a:spcBef>
                <a:spcPts val="360"/>
              </a:spcBef>
              <a:spcAft>
                <a:spcPts val="0"/>
              </a:spcAft>
              <a:buClr>
                <a:schemeClr val="dk1"/>
              </a:buClr>
              <a:buSzPts val="1800"/>
              <a:buNone/>
              <a:defRPr sz="1800">
                <a:solidFill>
                  <a:schemeClr val="dk1"/>
                </a:solidFill>
                <a:latin typeface="Arial"/>
                <a:ea typeface="Arial"/>
                <a:cs typeface="Arial"/>
                <a:sym typeface="Arial"/>
              </a:defRPr>
            </a:lvl1pPr>
            <a:lvl2pPr lvl="1" algn="ctr">
              <a:spcBef>
                <a:spcPts val="500"/>
              </a:spcBef>
              <a:spcAft>
                <a:spcPts val="0"/>
              </a:spcAft>
              <a:buClr>
                <a:srgbClr val="888888"/>
              </a:buClr>
              <a:buSzPts val="2500"/>
              <a:buNone/>
              <a:defRPr>
                <a:solidFill>
                  <a:srgbClr val="888888"/>
                </a:solidFill>
              </a:defRPr>
            </a:lvl2pPr>
            <a:lvl3pPr lvl="2" algn="ctr">
              <a:spcBef>
                <a:spcPts val="440"/>
              </a:spcBef>
              <a:spcAft>
                <a:spcPts val="0"/>
              </a:spcAft>
              <a:buClr>
                <a:srgbClr val="888888"/>
              </a:buClr>
              <a:buSzPts val="2200"/>
              <a:buNone/>
              <a:defRPr>
                <a:solidFill>
                  <a:srgbClr val="888888"/>
                </a:solidFill>
              </a:defRPr>
            </a:lvl3pPr>
            <a:lvl4pPr lvl="3" algn="ctr">
              <a:spcBef>
                <a:spcPts val="360"/>
              </a:spcBef>
              <a:spcAft>
                <a:spcPts val="0"/>
              </a:spcAft>
              <a:buClr>
                <a:srgbClr val="888888"/>
              </a:buClr>
              <a:buSzPts val="1800"/>
              <a:buNone/>
              <a:defRPr>
                <a:solidFill>
                  <a:srgbClr val="888888"/>
                </a:solidFill>
              </a:defRPr>
            </a:lvl4pPr>
            <a:lvl5pPr lvl="4" algn="ctr">
              <a:spcBef>
                <a:spcPts val="360"/>
              </a:spcBef>
              <a:spcAft>
                <a:spcPts val="0"/>
              </a:spcAft>
              <a:buClr>
                <a:srgbClr val="888888"/>
              </a:buClr>
              <a:buSzPts val="1800"/>
              <a:buNone/>
              <a:defRPr>
                <a:solidFill>
                  <a:srgbClr val="888888"/>
                </a:solidFill>
              </a:defRPr>
            </a:lvl5pPr>
            <a:lvl6pPr lvl="5" algn="ctr">
              <a:spcBef>
                <a:spcPts val="360"/>
              </a:spcBef>
              <a:spcAft>
                <a:spcPts val="0"/>
              </a:spcAft>
              <a:buClr>
                <a:srgbClr val="888888"/>
              </a:buClr>
              <a:buSzPts val="1800"/>
              <a:buNone/>
              <a:defRPr>
                <a:solidFill>
                  <a:srgbClr val="888888"/>
                </a:solidFill>
              </a:defRPr>
            </a:lvl6pPr>
            <a:lvl7pPr lvl="6" algn="ctr">
              <a:spcBef>
                <a:spcPts val="360"/>
              </a:spcBef>
              <a:spcAft>
                <a:spcPts val="0"/>
              </a:spcAft>
              <a:buClr>
                <a:srgbClr val="888888"/>
              </a:buClr>
              <a:buSzPts val="1800"/>
              <a:buNone/>
              <a:defRPr>
                <a:solidFill>
                  <a:srgbClr val="888888"/>
                </a:solidFill>
              </a:defRPr>
            </a:lvl7pPr>
            <a:lvl8pPr lvl="7" algn="ctr">
              <a:spcBef>
                <a:spcPts val="360"/>
              </a:spcBef>
              <a:spcAft>
                <a:spcPts val="0"/>
              </a:spcAft>
              <a:buClr>
                <a:srgbClr val="888888"/>
              </a:buClr>
              <a:buSzPts val="1800"/>
              <a:buNone/>
              <a:defRPr>
                <a:solidFill>
                  <a:srgbClr val="888888"/>
                </a:solidFill>
              </a:defRPr>
            </a:lvl8pPr>
            <a:lvl9pPr lvl="8" algn="ctr">
              <a:spcBef>
                <a:spcPts val="360"/>
              </a:spcBef>
              <a:spcAft>
                <a:spcPts val="0"/>
              </a:spcAft>
              <a:buClr>
                <a:srgbClr val="888888"/>
              </a:buClr>
              <a:buSzPts val="1800"/>
              <a:buNone/>
              <a:defRPr>
                <a:solidFill>
                  <a:srgbClr val="888888"/>
                </a:solidFill>
              </a:defRPr>
            </a:lvl9pPr>
          </a:lstStyle>
          <a:p/>
        </p:txBody>
      </p:sp>
      <p:pic>
        <p:nvPicPr>
          <p:cNvPr descr="A close up of a sign&#10;&#10;Description automatically generated" id="52" name="Google Shape;52;p7"/>
          <p:cNvPicPr preferRelativeResize="0"/>
          <p:nvPr/>
        </p:nvPicPr>
        <p:blipFill rotWithShape="1">
          <a:blip r:embed="rId2">
            <a:alphaModFix/>
          </a:blip>
          <a:srcRect b="0" l="0" r="0" t="0"/>
          <a:stretch/>
        </p:blipFill>
        <p:spPr>
          <a:xfrm>
            <a:off x="7356950" y="4275007"/>
            <a:ext cx="2336661" cy="70099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3" name="Shape 53"/>
        <p:cNvGrpSpPr/>
        <p:nvPr/>
      </p:nvGrpSpPr>
      <p:grpSpPr>
        <a:xfrm>
          <a:off x="0" y="0"/>
          <a:ext cx="0" cy="0"/>
          <a:chOff x="0" y="0"/>
          <a:chExt cx="0" cy="0"/>
        </a:xfrm>
      </p:grpSpPr>
      <p:sp>
        <p:nvSpPr>
          <p:cNvPr id="54" name="Google Shape;54;p8"/>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8"/>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7" name="Google Shape;57;p8"/>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8" name="Google Shape;58;p8"/>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59" name="Google Shape;59;p8"/>
          <p:cNvCxnSpPr/>
          <p:nvPr/>
        </p:nvCxnSpPr>
        <p:spPr>
          <a:xfrm>
            <a:off x="456879" y="561499"/>
            <a:ext cx="8230200" cy="0"/>
          </a:xfrm>
          <a:prstGeom prst="straightConnector1">
            <a:avLst/>
          </a:prstGeom>
          <a:solidFill>
            <a:schemeClr val="accent1"/>
          </a:solidFill>
          <a:ln cap="flat" cmpd="sng" w="25400">
            <a:solidFill>
              <a:srgbClr val="7F7F7F"/>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Title and Chart">
    <p:spTree>
      <p:nvGrpSpPr>
        <p:cNvPr id="60" name="Shape 60"/>
        <p:cNvGrpSpPr/>
        <p:nvPr/>
      </p:nvGrpSpPr>
      <p:grpSpPr>
        <a:xfrm>
          <a:off x="0" y="0"/>
          <a:ext cx="0" cy="0"/>
          <a:chOff x="0" y="0"/>
          <a:chExt cx="0" cy="0"/>
        </a:xfrm>
      </p:grpSpPr>
      <p:sp>
        <p:nvSpPr>
          <p:cNvPr id="61" name="Google Shape;61;p9"/>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9"/>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r>
              <a:rPr lang="en-US"/>
              <a:t>Page </a:t>
            </a:r>
            <a:fld id="{00000000-1234-1234-1234-123412341234}" type="slidenum">
              <a:rPr lang="en-US"/>
              <a:t>‹#›</a:t>
            </a:fld>
            <a:endParaRPr/>
          </a:p>
        </p:txBody>
      </p:sp>
      <p:sp>
        <p:nvSpPr>
          <p:cNvPr id="65" name="Google Shape;65;p9"/>
          <p:cNvSpPr/>
          <p:nvPr>
            <p:ph idx="2" type="chart"/>
          </p:nvPr>
        </p:nvSpPr>
        <p:spPr>
          <a:xfrm>
            <a:off x="456700" y="693420"/>
            <a:ext cx="8230500" cy="3804300"/>
          </a:xfrm>
          <a:prstGeom prst="rect">
            <a:avLst/>
          </a:prstGeom>
          <a:noFill/>
          <a:ln>
            <a:noFill/>
          </a:ln>
        </p:spPr>
        <p:txBody>
          <a:bodyPr anchorCtr="0" anchor="t" bIns="40800" lIns="81625" spcFirstLastPara="1" rIns="81625" wrap="square" tIns="40800">
            <a:noAutofit/>
          </a:bodyPr>
          <a:lstStyle>
            <a:lvl1pPr lvl="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lvl="1" marR="0" rtl="0" algn="l">
              <a:spcBef>
                <a:spcPts val="500"/>
              </a:spcBef>
              <a:spcAft>
                <a:spcPts val="0"/>
              </a:spcAft>
              <a:buClr>
                <a:schemeClr val="dk1"/>
              </a:buClr>
              <a:buSzPts val="2500"/>
              <a:buFont typeface="Arial"/>
              <a:buChar char="–"/>
              <a:defRPr b="0" i="0" sz="2500" u="none" cap="none" strike="noStrike">
                <a:solidFill>
                  <a:schemeClr val="dk1"/>
                </a:solidFill>
                <a:latin typeface="Arial"/>
                <a:ea typeface="Arial"/>
                <a:cs typeface="Arial"/>
                <a:sym typeface="Arial"/>
              </a:defRPr>
            </a:lvl2pPr>
            <a:lvl3pPr lvl="2" marR="0" rtl="0" algn="l">
              <a:spcBef>
                <a:spcPts val="44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lvl="3"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lvl="6"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lvl="7"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lvl="8"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cxnSp>
        <p:nvCxnSpPr>
          <p:cNvPr id="66" name="Google Shape;66;p9"/>
          <p:cNvCxnSpPr/>
          <p:nvPr/>
        </p:nvCxnSpPr>
        <p:spPr>
          <a:xfrm>
            <a:off x="456879" y="561499"/>
            <a:ext cx="8230200" cy="0"/>
          </a:xfrm>
          <a:prstGeom prst="straightConnector1">
            <a:avLst/>
          </a:prstGeom>
          <a:solidFill>
            <a:schemeClr val="accent1"/>
          </a:solidFill>
          <a:ln cap="flat" cmpd="sng" w="25400">
            <a:solidFill>
              <a:srgbClr val="7F7F7F"/>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7" name="Shape 67"/>
        <p:cNvGrpSpPr/>
        <p:nvPr/>
      </p:nvGrpSpPr>
      <p:grpSpPr>
        <a:xfrm>
          <a:off x="0" y="0"/>
          <a:ext cx="0" cy="0"/>
          <a:chOff x="0" y="0"/>
          <a:chExt cx="0" cy="0"/>
        </a:xfrm>
      </p:grpSpPr>
      <p:sp>
        <p:nvSpPr>
          <p:cNvPr id="68" name="Google Shape;68;p10"/>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0"/>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r>
              <a:rPr lang="en-US"/>
              <a:t>Page </a:t>
            </a:r>
            <a:fld id="{00000000-1234-1234-1234-123412341234}" type="slidenum">
              <a:rPr lang="en-US"/>
              <a:t>‹#›</a:t>
            </a:fld>
            <a:endParaRPr/>
          </a:p>
        </p:txBody>
      </p:sp>
      <p:cxnSp>
        <p:nvCxnSpPr>
          <p:cNvPr id="72" name="Google Shape;72;p10"/>
          <p:cNvCxnSpPr/>
          <p:nvPr/>
        </p:nvCxnSpPr>
        <p:spPr>
          <a:xfrm>
            <a:off x="456879" y="561499"/>
            <a:ext cx="8230200" cy="0"/>
          </a:xfrm>
          <a:prstGeom prst="straightConnector1">
            <a:avLst/>
          </a:prstGeom>
          <a:solidFill>
            <a:schemeClr val="accent1"/>
          </a:solidFill>
          <a:ln cap="flat" cmpd="sng" w="25400">
            <a:solidFill>
              <a:srgbClr val="7F7F7F"/>
            </a:solidFill>
            <a:prstDash val="solid"/>
            <a:round/>
            <a:headEnd len="sm" w="sm" type="none"/>
            <a:tailEnd len="sm" w="sm" type="none"/>
          </a:ln>
        </p:spPr>
      </p:cxnSp>
      <p:sp>
        <p:nvSpPr>
          <p:cNvPr id="73" name="Google Shape;73;p10"/>
          <p:cNvSpPr txBox="1"/>
          <p:nvPr>
            <p:ph idx="1" type="body"/>
          </p:nvPr>
        </p:nvSpPr>
        <p:spPr>
          <a:xfrm>
            <a:off x="457201" y="693738"/>
            <a:ext cx="4021200" cy="38037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4" name="Google Shape;74;p10"/>
          <p:cNvSpPr txBox="1"/>
          <p:nvPr>
            <p:ph idx="2" type="body"/>
          </p:nvPr>
        </p:nvSpPr>
        <p:spPr>
          <a:xfrm>
            <a:off x="4659313" y="693420"/>
            <a:ext cx="4038600" cy="38037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g3d4ee3fe17f_212_0)">
    <p:spTree>
      <p:nvGrpSpPr>
        <p:cNvPr id="75" name="Shape 75"/>
        <p:cNvGrpSpPr/>
        <p:nvPr/>
      </p:nvGrpSpPr>
      <p:grpSpPr>
        <a:xfrm>
          <a:off x="0" y="0"/>
          <a:ext cx="0" cy="0"/>
          <a:chOff x="0" y="0"/>
          <a:chExt cx="0" cy="0"/>
        </a:xfrm>
      </p:grpSpPr>
      <p:sp>
        <p:nvSpPr>
          <p:cNvPr id="76" name="Google Shape;76;p11"/>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9" name="Google Shape;79;p11"/>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 name="Google Shape;80;p11"/>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g3d4ee3fe17f_131_0)">
    <p:spTree>
      <p:nvGrpSpPr>
        <p:cNvPr id="81" name="Shape 81"/>
        <p:cNvGrpSpPr/>
        <p:nvPr/>
      </p:nvGrpSpPr>
      <p:grpSpPr>
        <a:xfrm>
          <a:off x="0" y="0"/>
          <a:ext cx="0" cy="0"/>
          <a:chOff x="0" y="0"/>
          <a:chExt cx="0" cy="0"/>
        </a:xfrm>
      </p:grpSpPr>
      <p:sp>
        <p:nvSpPr>
          <p:cNvPr id="82" name="Google Shape;82;p12"/>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5" name="Google Shape;85;p12"/>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6" name="Google Shape;86;p12"/>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1">
  <p:cSld name="Title and Content (g3d4ee3fe17f_123_0)">
    <p:spTree>
      <p:nvGrpSpPr>
        <p:cNvPr id="87" name="Shape 87"/>
        <p:cNvGrpSpPr/>
        <p:nvPr/>
      </p:nvGrpSpPr>
      <p:grpSpPr>
        <a:xfrm>
          <a:off x="0" y="0"/>
          <a:ext cx="0" cy="0"/>
          <a:chOff x="0" y="0"/>
          <a:chExt cx="0" cy="0"/>
        </a:xfrm>
      </p:grpSpPr>
      <p:sp>
        <p:nvSpPr>
          <p:cNvPr id="88" name="Google Shape;88;p13"/>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3"/>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3"/>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1" name="Google Shape;91;p13"/>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2" name="Google Shape;92;p13"/>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1 1">
  <p:cSld name="Title and Content (g3d4ee3fe17f_102_0)">
    <p:spTree>
      <p:nvGrpSpPr>
        <p:cNvPr id="93" name="Shape 93"/>
        <p:cNvGrpSpPr/>
        <p:nvPr/>
      </p:nvGrpSpPr>
      <p:grpSpPr>
        <a:xfrm>
          <a:off x="0" y="0"/>
          <a:ext cx="0" cy="0"/>
          <a:chOff x="0" y="0"/>
          <a:chExt cx="0" cy="0"/>
        </a:xfrm>
      </p:grpSpPr>
      <p:sp>
        <p:nvSpPr>
          <p:cNvPr id="94" name="Google Shape;94;p14"/>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4"/>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4"/>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7" name="Google Shape;97;p14"/>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8" name="Google Shape;98;p14"/>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1 1 1">
  <p:cSld name="Title and Content (g3d4ee3fe17f_74_0)">
    <p:spTree>
      <p:nvGrpSpPr>
        <p:cNvPr id="99" name="Shape 99"/>
        <p:cNvGrpSpPr/>
        <p:nvPr/>
      </p:nvGrpSpPr>
      <p:grpSpPr>
        <a:xfrm>
          <a:off x="0" y="0"/>
          <a:ext cx="0" cy="0"/>
          <a:chOff x="0" y="0"/>
          <a:chExt cx="0" cy="0"/>
        </a:xfrm>
      </p:grpSpPr>
      <p:sp>
        <p:nvSpPr>
          <p:cNvPr id="100" name="Google Shape;100;p15"/>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5"/>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5"/>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3" name="Google Shape;103;p15"/>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4" name="Google Shape;104;p15"/>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1 1 1 1">
  <p:cSld name="Title and Content (g3d4ee3fe17f_49_0)">
    <p:spTree>
      <p:nvGrpSpPr>
        <p:cNvPr id="105" name="Shape 105"/>
        <p:cNvGrpSpPr/>
        <p:nvPr/>
      </p:nvGrpSpPr>
      <p:grpSpPr>
        <a:xfrm>
          <a:off x="0" y="0"/>
          <a:ext cx="0" cy="0"/>
          <a:chOff x="0" y="0"/>
          <a:chExt cx="0" cy="0"/>
        </a:xfrm>
      </p:grpSpPr>
      <p:sp>
        <p:nvSpPr>
          <p:cNvPr id="106" name="Google Shape;106;p16"/>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6"/>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6"/>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9" name="Google Shape;109;p16"/>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0" name="Google Shape;110;p16"/>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1 1 1 1 1">
  <p:cSld name="Title and Content (g3d4ee3fe17f_10_0)">
    <p:spTree>
      <p:nvGrpSpPr>
        <p:cNvPr id="111" name="Shape 111"/>
        <p:cNvGrpSpPr/>
        <p:nvPr/>
      </p:nvGrpSpPr>
      <p:grpSpPr>
        <a:xfrm>
          <a:off x="0" y="0"/>
          <a:ext cx="0" cy="0"/>
          <a:chOff x="0" y="0"/>
          <a:chExt cx="0" cy="0"/>
        </a:xfrm>
      </p:grpSpPr>
      <p:sp>
        <p:nvSpPr>
          <p:cNvPr id="112" name="Google Shape;112;p17"/>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7"/>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7"/>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5" name="Google Shape;115;p17"/>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6" name="Google Shape;116;p17"/>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Title" showMasterSp="0" type="title">
  <p:cSld name="TITLE">
    <p:spTree>
      <p:nvGrpSpPr>
        <p:cNvPr id="124" name="Shape 124"/>
        <p:cNvGrpSpPr/>
        <p:nvPr/>
      </p:nvGrpSpPr>
      <p:grpSpPr>
        <a:xfrm>
          <a:off x="0" y="0"/>
          <a:ext cx="0" cy="0"/>
          <a:chOff x="0" y="0"/>
          <a:chExt cx="0" cy="0"/>
        </a:xfrm>
      </p:grpSpPr>
      <p:sp>
        <p:nvSpPr>
          <p:cNvPr id="125" name="Google Shape;125;p19"/>
          <p:cNvSpPr txBox="1"/>
          <p:nvPr>
            <p:ph type="ctrTitle"/>
          </p:nvPr>
        </p:nvSpPr>
        <p:spPr>
          <a:xfrm>
            <a:off x="457236" y="2472687"/>
            <a:ext cx="8230200" cy="4116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Clr>
                <a:schemeClr val="dk1"/>
              </a:buClr>
              <a:buSzPts val="2800"/>
              <a:buFont typeface="Arial"/>
              <a:buNone/>
              <a:defRPr b="1" i="0" sz="28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19"/>
          <p:cNvSpPr txBox="1"/>
          <p:nvPr>
            <p:ph idx="1" type="subTitle"/>
          </p:nvPr>
        </p:nvSpPr>
        <p:spPr>
          <a:xfrm>
            <a:off x="457236" y="2876551"/>
            <a:ext cx="8230200" cy="1234500"/>
          </a:xfrm>
          <a:prstGeom prst="rect">
            <a:avLst/>
          </a:prstGeom>
          <a:noFill/>
          <a:ln>
            <a:noFill/>
          </a:ln>
        </p:spPr>
        <p:txBody>
          <a:bodyPr anchorCtr="0" anchor="t" bIns="40800" lIns="81625" spcFirstLastPara="1" rIns="81625" wrap="square" tIns="40800">
            <a:normAutofit/>
          </a:bodyPr>
          <a:lstStyle>
            <a:lvl1pPr lvl="0" algn="l">
              <a:spcBef>
                <a:spcPts val="360"/>
              </a:spcBef>
              <a:spcAft>
                <a:spcPts val="0"/>
              </a:spcAft>
              <a:buClr>
                <a:schemeClr val="dk1"/>
              </a:buClr>
              <a:buSzPts val="1800"/>
              <a:buNone/>
              <a:defRPr sz="1800">
                <a:solidFill>
                  <a:schemeClr val="dk1"/>
                </a:solidFill>
                <a:latin typeface="Arial"/>
                <a:ea typeface="Arial"/>
                <a:cs typeface="Arial"/>
                <a:sym typeface="Arial"/>
              </a:defRPr>
            </a:lvl1pPr>
            <a:lvl2pPr lvl="1" algn="ctr">
              <a:spcBef>
                <a:spcPts val="500"/>
              </a:spcBef>
              <a:spcAft>
                <a:spcPts val="0"/>
              </a:spcAft>
              <a:buClr>
                <a:srgbClr val="888888"/>
              </a:buClr>
              <a:buSzPts val="2500"/>
              <a:buNone/>
              <a:defRPr>
                <a:solidFill>
                  <a:srgbClr val="888888"/>
                </a:solidFill>
              </a:defRPr>
            </a:lvl2pPr>
            <a:lvl3pPr lvl="2" algn="ctr">
              <a:spcBef>
                <a:spcPts val="440"/>
              </a:spcBef>
              <a:spcAft>
                <a:spcPts val="0"/>
              </a:spcAft>
              <a:buClr>
                <a:srgbClr val="888888"/>
              </a:buClr>
              <a:buSzPts val="2200"/>
              <a:buNone/>
              <a:defRPr>
                <a:solidFill>
                  <a:srgbClr val="888888"/>
                </a:solidFill>
              </a:defRPr>
            </a:lvl3pPr>
            <a:lvl4pPr lvl="3" algn="ctr">
              <a:spcBef>
                <a:spcPts val="360"/>
              </a:spcBef>
              <a:spcAft>
                <a:spcPts val="0"/>
              </a:spcAft>
              <a:buClr>
                <a:srgbClr val="888888"/>
              </a:buClr>
              <a:buSzPts val="1800"/>
              <a:buNone/>
              <a:defRPr>
                <a:solidFill>
                  <a:srgbClr val="888888"/>
                </a:solidFill>
              </a:defRPr>
            </a:lvl4pPr>
            <a:lvl5pPr lvl="4" algn="ctr">
              <a:spcBef>
                <a:spcPts val="360"/>
              </a:spcBef>
              <a:spcAft>
                <a:spcPts val="0"/>
              </a:spcAft>
              <a:buClr>
                <a:srgbClr val="888888"/>
              </a:buClr>
              <a:buSzPts val="1800"/>
              <a:buNone/>
              <a:defRPr>
                <a:solidFill>
                  <a:srgbClr val="888888"/>
                </a:solidFill>
              </a:defRPr>
            </a:lvl5pPr>
            <a:lvl6pPr lvl="5" algn="ctr">
              <a:spcBef>
                <a:spcPts val="360"/>
              </a:spcBef>
              <a:spcAft>
                <a:spcPts val="0"/>
              </a:spcAft>
              <a:buClr>
                <a:srgbClr val="888888"/>
              </a:buClr>
              <a:buSzPts val="1800"/>
              <a:buNone/>
              <a:defRPr>
                <a:solidFill>
                  <a:srgbClr val="888888"/>
                </a:solidFill>
              </a:defRPr>
            </a:lvl6pPr>
            <a:lvl7pPr lvl="6" algn="ctr">
              <a:spcBef>
                <a:spcPts val="360"/>
              </a:spcBef>
              <a:spcAft>
                <a:spcPts val="0"/>
              </a:spcAft>
              <a:buClr>
                <a:srgbClr val="888888"/>
              </a:buClr>
              <a:buSzPts val="1800"/>
              <a:buNone/>
              <a:defRPr>
                <a:solidFill>
                  <a:srgbClr val="888888"/>
                </a:solidFill>
              </a:defRPr>
            </a:lvl7pPr>
            <a:lvl8pPr lvl="7" algn="ctr">
              <a:spcBef>
                <a:spcPts val="360"/>
              </a:spcBef>
              <a:spcAft>
                <a:spcPts val="0"/>
              </a:spcAft>
              <a:buClr>
                <a:srgbClr val="888888"/>
              </a:buClr>
              <a:buSzPts val="1800"/>
              <a:buNone/>
              <a:defRPr>
                <a:solidFill>
                  <a:srgbClr val="888888"/>
                </a:solidFill>
              </a:defRPr>
            </a:lvl8pPr>
            <a:lvl9pPr lvl="8" algn="ctr">
              <a:spcBef>
                <a:spcPts val="360"/>
              </a:spcBef>
              <a:spcAft>
                <a:spcPts val="0"/>
              </a:spcAft>
              <a:buClr>
                <a:srgbClr val="888888"/>
              </a:buClr>
              <a:buSzPts val="1800"/>
              <a:buNone/>
              <a:defRPr>
                <a:solidFill>
                  <a:srgbClr val="888888"/>
                </a:solidFill>
              </a:defRPr>
            </a:lvl9pPr>
          </a:lstStyle>
          <a:p/>
        </p:txBody>
      </p:sp>
      <p:pic>
        <p:nvPicPr>
          <p:cNvPr descr="A close up of a sign&#10;&#10;Description automatically generated" id="127" name="Google Shape;127;p19"/>
          <p:cNvPicPr preferRelativeResize="0"/>
          <p:nvPr/>
        </p:nvPicPr>
        <p:blipFill rotWithShape="1">
          <a:blip r:embed="rId2">
            <a:alphaModFix/>
          </a:blip>
          <a:srcRect b="0" l="0" r="0" t="0"/>
          <a:stretch/>
        </p:blipFill>
        <p:spPr>
          <a:xfrm>
            <a:off x="7356950" y="4275007"/>
            <a:ext cx="2336661" cy="70099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28" name="Shape 128"/>
        <p:cNvGrpSpPr/>
        <p:nvPr/>
      </p:nvGrpSpPr>
      <p:grpSpPr>
        <a:xfrm>
          <a:off x="0" y="0"/>
          <a:ext cx="0" cy="0"/>
          <a:chOff x="0" y="0"/>
          <a:chExt cx="0" cy="0"/>
        </a:xfrm>
      </p:grpSpPr>
      <p:sp>
        <p:nvSpPr>
          <p:cNvPr id="129" name="Google Shape;129;p20"/>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0"/>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0"/>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2" name="Google Shape;132;p20"/>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3" name="Google Shape;133;p20"/>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34" name="Google Shape;134;p20"/>
          <p:cNvCxnSpPr/>
          <p:nvPr/>
        </p:nvCxnSpPr>
        <p:spPr>
          <a:xfrm>
            <a:off x="456879" y="561499"/>
            <a:ext cx="8230200" cy="0"/>
          </a:xfrm>
          <a:prstGeom prst="straightConnector1">
            <a:avLst/>
          </a:prstGeom>
          <a:solidFill>
            <a:schemeClr val="accent1"/>
          </a:solidFill>
          <a:ln cap="flat" cmpd="sng" w="25400">
            <a:solidFill>
              <a:srgbClr val="7F7F7F"/>
            </a:solidFill>
            <a:prstDash val="solid"/>
            <a:round/>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Title and Chart">
    <p:spTree>
      <p:nvGrpSpPr>
        <p:cNvPr id="135" name="Shape 135"/>
        <p:cNvGrpSpPr/>
        <p:nvPr/>
      </p:nvGrpSpPr>
      <p:grpSpPr>
        <a:xfrm>
          <a:off x="0" y="0"/>
          <a:ext cx="0" cy="0"/>
          <a:chOff x="0" y="0"/>
          <a:chExt cx="0" cy="0"/>
        </a:xfrm>
      </p:grpSpPr>
      <p:sp>
        <p:nvSpPr>
          <p:cNvPr id="136" name="Google Shape;136;p21"/>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21"/>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21"/>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21"/>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r>
              <a:rPr lang="en-US"/>
              <a:t>Page </a:t>
            </a:r>
            <a:fld id="{00000000-1234-1234-1234-123412341234}" type="slidenum">
              <a:rPr lang="en-US"/>
              <a:t>‹#›</a:t>
            </a:fld>
            <a:endParaRPr/>
          </a:p>
        </p:txBody>
      </p:sp>
      <p:sp>
        <p:nvSpPr>
          <p:cNvPr id="140" name="Google Shape;140;p21"/>
          <p:cNvSpPr/>
          <p:nvPr>
            <p:ph idx="2" type="chart"/>
          </p:nvPr>
        </p:nvSpPr>
        <p:spPr>
          <a:xfrm>
            <a:off x="456700" y="693420"/>
            <a:ext cx="8230500" cy="3804300"/>
          </a:xfrm>
          <a:prstGeom prst="rect">
            <a:avLst/>
          </a:prstGeom>
          <a:noFill/>
          <a:ln>
            <a:noFill/>
          </a:ln>
        </p:spPr>
        <p:txBody>
          <a:bodyPr anchorCtr="0" anchor="t" bIns="40800" lIns="81625" spcFirstLastPara="1" rIns="81625" wrap="square" tIns="40800">
            <a:noAutofit/>
          </a:bodyPr>
          <a:lstStyle>
            <a:lvl1pPr lvl="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lvl="1" marR="0" rtl="0" algn="l">
              <a:spcBef>
                <a:spcPts val="500"/>
              </a:spcBef>
              <a:spcAft>
                <a:spcPts val="0"/>
              </a:spcAft>
              <a:buClr>
                <a:schemeClr val="dk1"/>
              </a:buClr>
              <a:buSzPts val="2500"/>
              <a:buFont typeface="Arial"/>
              <a:buChar char="–"/>
              <a:defRPr b="0" i="0" sz="2500" u="none" cap="none" strike="noStrike">
                <a:solidFill>
                  <a:schemeClr val="dk1"/>
                </a:solidFill>
                <a:latin typeface="Arial"/>
                <a:ea typeface="Arial"/>
                <a:cs typeface="Arial"/>
                <a:sym typeface="Arial"/>
              </a:defRPr>
            </a:lvl2pPr>
            <a:lvl3pPr lvl="2" marR="0" rtl="0" algn="l">
              <a:spcBef>
                <a:spcPts val="44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lvl="3"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lvl="6"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lvl="7"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lvl="8"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cxnSp>
        <p:nvCxnSpPr>
          <p:cNvPr id="141" name="Google Shape;141;p21"/>
          <p:cNvCxnSpPr/>
          <p:nvPr/>
        </p:nvCxnSpPr>
        <p:spPr>
          <a:xfrm>
            <a:off x="456879" y="561499"/>
            <a:ext cx="8230200" cy="0"/>
          </a:xfrm>
          <a:prstGeom prst="straightConnector1">
            <a:avLst/>
          </a:prstGeom>
          <a:solidFill>
            <a:schemeClr val="accent1"/>
          </a:solidFill>
          <a:ln cap="flat" cmpd="sng" w="25400">
            <a:solidFill>
              <a:srgbClr val="7F7F7F"/>
            </a:solidFill>
            <a:prstDash val="solid"/>
            <a:round/>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42" name="Shape 142"/>
        <p:cNvGrpSpPr/>
        <p:nvPr/>
      </p:nvGrpSpPr>
      <p:grpSpPr>
        <a:xfrm>
          <a:off x="0" y="0"/>
          <a:ext cx="0" cy="0"/>
          <a:chOff x="0" y="0"/>
          <a:chExt cx="0" cy="0"/>
        </a:xfrm>
      </p:grpSpPr>
      <p:sp>
        <p:nvSpPr>
          <p:cNvPr id="143" name="Google Shape;143;p22"/>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22"/>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22"/>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22"/>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r>
              <a:rPr lang="en-US"/>
              <a:t>Page </a:t>
            </a:r>
            <a:fld id="{00000000-1234-1234-1234-123412341234}" type="slidenum">
              <a:rPr lang="en-US"/>
              <a:t>‹#›</a:t>
            </a:fld>
            <a:endParaRPr/>
          </a:p>
        </p:txBody>
      </p:sp>
      <p:cxnSp>
        <p:nvCxnSpPr>
          <p:cNvPr id="147" name="Google Shape;147;p22"/>
          <p:cNvCxnSpPr/>
          <p:nvPr/>
        </p:nvCxnSpPr>
        <p:spPr>
          <a:xfrm>
            <a:off x="456879" y="561499"/>
            <a:ext cx="8230200" cy="0"/>
          </a:xfrm>
          <a:prstGeom prst="straightConnector1">
            <a:avLst/>
          </a:prstGeom>
          <a:solidFill>
            <a:schemeClr val="accent1"/>
          </a:solidFill>
          <a:ln cap="flat" cmpd="sng" w="25400">
            <a:solidFill>
              <a:srgbClr val="7F7F7F"/>
            </a:solidFill>
            <a:prstDash val="solid"/>
            <a:round/>
            <a:headEnd len="sm" w="sm" type="none"/>
            <a:tailEnd len="sm" w="sm" type="none"/>
          </a:ln>
        </p:spPr>
      </p:cxnSp>
      <p:sp>
        <p:nvSpPr>
          <p:cNvPr id="148" name="Google Shape;148;p22"/>
          <p:cNvSpPr txBox="1"/>
          <p:nvPr>
            <p:ph idx="1" type="body"/>
          </p:nvPr>
        </p:nvSpPr>
        <p:spPr>
          <a:xfrm>
            <a:off x="457201" y="693738"/>
            <a:ext cx="4021200" cy="38037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9" name="Google Shape;149;p22"/>
          <p:cNvSpPr txBox="1"/>
          <p:nvPr>
            <p:ph idx="2" type="body"/>
          </p:nvPr>
        </p:nvSpPr>
        <p:spPr>
          <a:xfrm>
            <a:off x="4659313" y="693420"/>
            <a:ext cx="4038600" cy="38037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g3d4ee3fe17f_248_0)">
    <p:spTree>
      <p:nvGrpSpPr>
        <p:cNvPr id="150" name="Shape 150"/>
        <p:cNvGrpSpPr/>
        <p:nvPr/>
      </p:nvGrpSpPr>
      <p:grpSpPr>
        <a:xfrm>
          <a:off x="0" y="0"/>
          <a:ext cx="0" cy="0"/>
          <a:chOff x="0" y="0"/>
          <a:chExt cx="0" cy="0"/>
        </a:xfrm>
      </p:grpSpPr>
      <p:sp>
        <p:nvSpPr>
          <p:cNvPr id="151" name="Google Shape;151;p23"/>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23"/>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23"/>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4" name="Google Shape;154;p23"/>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5" name="Google Shape;155;p23"/>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g3d4ee3fe17f_212_0)">
    <p:spTree>
      <p:nvGrpSpPr>
        <p:cNvPr id="156" name="Shape 156"/>
        <p:cNvGrpSpPr/>
        <p:nvPr/>
      </p:nvGrpSpPr>
      <p:grpSpPr>
        <a:xfrm>
          <a:off x="0" y="0"/>
          <a:ext cx="0" cy="0"/>
          <a:chOff x="0" y="0"/>
          <a:chExt cx="0" cy="0"/>
        </a:xfrm>
      </p:grpSpPr>
      <p:sp>
        <p:nvSpPr>
          <p:cNvPr id="157" name="Google Shape;157;p24"/>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24"/>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24"/>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0" name="Google Shape;160;p24"/>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1" name="Google Shape;161;p24"/>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1">
  <p:cSld name="Title and Content (g3d4ee3fe17f_131_0)">
    <p:spTree>
      <p:nvGrpSpPr>
        <p:cNvPr id="162" name="Shape 162"/>
        <p:cNvGrpSpPr/>
        <p:nvPr/>
      </p:nvGrpSpPr>
      <p:grpSpPr>
        <a:xfrm>
          <a:off x="0" y="0"/>
          <a:ext cx="0" cy="0"/>
          <a:chOff x="0" y="0"/>
          <a:chExt cx="0" cy="0"/>
        </a:xfrm>
      </p:grpSpPr>
      <p:sp>
        <p:nvSpPr>
          <p:cNvPr id="163" name="Google Shape;163;p25"/>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25"/>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25"/>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6" name="Google Shape;166;p25"/>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7" name="Google Shape;167;p25"/>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1 1">
  <p:cSld name="Title and Content (g3d4ee3fe17f_123_0)">
    <p:spTree>
      <p:nvGrpSpPr>
        <p:cNvPr id="168" name="Shape 168"/>
        <p:cNvGrpSpPr/>
        <p:nvPr/>
      </p:nvGrpSpPr>
      <p:grpSpPr>
        <a:xfrm>
          <a:off x="0" y="0"/>
          <a:ext cx="0" cy="0"/>
          <a:chOff x="0" y="0"/>
          <a:chExt cx="0" cy="0"/>
        </a:xfrm>
      </p:grpSpPr>
      <p:sp>
        <p:nvSpPr>
          <p:cNvPr id="169" name="Google Shape;169;p26"/>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26"/>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26"/>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72" name="Google Shape;172;p26"/>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3" name="Google Shape;173;p26"/>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1 1 1">
  <p:cSld name="Title and Content (g3d4ee3fe17f_102_0)">
    <p:spTree>
      <p:nvGrpSpPr>
        <p:cNvPr id="174" name="Shape 174"/>
        <p:cNvGrpSpPr/>
        <p:nvPr/>
      </p:nvGrpSpPr>
      <p:grpSpPr>
        <a:xfrm>
          <a:off x="0" y="0"/>
          <a:ext cx="0" cy="0"/>
          <a:chOff x="0" y="0"/>
          <a:chExt cx="0" cy="0"/>
        </a:xfrm>
      </p:grpSpPr>
      <p:sp>
        <p:nvSpPr>
          <p:cNvPr id="175" name="Google Shape;175;p27"/>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27"/>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27"/>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78" name="Google Shape;178;p27"/>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9" name="Google Shape;179;p27"/>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1 1 1 1">
  <p:cSld name="Title and Content (g3d4ee3fe17f_74_0)">
    <p:spTree>
      <p:nvGrpSpPr>
        <p:cNvPr id="180" name="Shape 180"/>
        <p:cNvGrpSpPr/>
        <p:nvPr/>
      </p:nvGrpSpPr>
      <p:grpSpPr>
        <a:xfrm>
          <a:off x="0" y="0"/>
          <a:ext cx="0" cy="0"/>
          <a:chOff x="0" y="0"/>
          <a:chExt cx="0" cy="0"/>
        </a:xfrm>
      </p:grpSpPr>
      <p:sp>
        <p:nvSpPr>
          <p:cNvPr id="181" name="Google Shape;181;p28"/>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28"/>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28"/>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4" name="Google Shape;184;p28"/>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5" name="Google Shape;185;p28"/>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1 1 1 1 1">
  <p:cSld name="Title and Content (g3d4ee3fe17f_49_0)">
    <p:spTree>
      <p:nvGrpSpPr>
        <p:cNvPr id="186" name="Shape 186"/>
        <p:cNvGrpSpPr/>
        <p:nvPr/>
      </p:nvGrpSpPr>
      <p:grpSpPr>
        <a:xfrm>
          <a:off x="0" y="0"/>
          <a:ext cx="0" cy="0"/>
          <a:chOff x="0" y="0"/>
          <a:chExt cx="0" cy="0"/>
        </a:xfrm>
      </p:grpSpPr>
      <p:sp>
        <p:nvSpPr>
          <p:cNvPr id="187" name="Google Shape;187;p29"/>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29"/>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29"/>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0" name="Google Shape;190;p29"/>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1" name="Google Shape;191;p29"/>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1 1 1 1 1 1">
  <p:cSld name="Title and Content (g3d4ee3fe17f_10_0)">
    <p:spTree>
      <p:nvGrpSpPr>
        <p:cNvPr id="192" name="Shape 192"/>
        <p:cNvGrpSpPr/>
        <p:nvPr/>
      </p:nvGrpSpPr>
      <p:grpSpPr>
        <a:xfrm>
          <a:off x="0" y="0"/>
          <a:ext cx="0" cy="0"/>
          <a:chOff x="0" y="0"/>
          <a:chExt cx="0" cy="0"/>
        </a:xfrm>
      </p:grpSpPr>
      <p:sp>
        <p:nvSpPr>
          <p:cNvPr id="193" name="Google Shape;193;p30"/>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30"/>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30"/>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6" name="Google Shape;196;p30"/>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lvl1pPr indent="-342900" lvl="0" marL="4572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indent="-342900" lvl="1" marL="9144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2pPr>
            <a:lvl3pPr indent="-342900" lvl="2" marL="1371600" algn="l">
              <a:spcBef>
                <a:spcPts val="360"/>
              </a:spcBef>
              <a:spcAft>
                <a:spcPts val="0"/>
              </a:spcAft>
              <a:buClr>
                <a:schemeClr val="dk1"/>
              </a:buClr>
              <a:buSzPts val="1800"/>
              <a:buFont typeface="Arial"/>
              <a:buChar char="•"/>
              <a:defRPr sz="1800">
                <a:solidFill>
                  <a:schemeClr val="dk1"/>
                </a:solidFill>
                <a:latin typeface="Arial"/>
                <a:ea typeface="Arial"/>
                <a:cs typeface="Arial"/>
                <a:sym typeface="Arial"/>
              </a:defRPr>
            </a:lvl3pPr>
            <a:lvl4pPr indent="-228600" lvl="3" marL="1828800" algn="l">
              <a:spcBef>
                <a:spcPts val="320"/>
              </a:spcBef>
              <a:spcAft>
                <a:spcPts val="0"/>
              </a:spcAft>
              <a:buClr>
                <a:schemeClr val="dk1"/>
              </a:buClr>
              <a:buSzPts val="1600"/>
              <a:buNone/>
              <a:defRPr sz="1600"/>
            </a:lvl4pPr>
            <a:lvl5pPr indent="-228600" lvl="4" marL="2286000" algn="l">
              <a:spcBef>
                <a:spcPts val="280"/>
              </a:spcBef>
              <a:spcAft>
                <a:spcPts val="0"/>
              </a:spcAft>
              <a:buClr>
                <a:schemeClr val="dk1"/>
              </a:buClr>
              <a:buSzPts val="1400"/>
              <a:buNone/>
              <a:defRPr sz="14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7" name="Google Shape;197;p30"/>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lvl1pPr lvl="0" algn="l">
              <a:spcBef>
                <a:spcPts val="0"/>
              </a:spcBef>
              <a:spcAft>
                <a:spcPts val="0"/>
              </a:spcAft>
              <a:buClr>
                <a:srgbClr val="E7191C"/>
              </a:buClr>
              <a:buSzPts val="2400"/>
              <a:buFont typeface="Arial"/>
              <a:buNone/>
              <a:defRPr b="1" sz="2400">
                <a:solidFill>
                  <a:srgbClr val="E7191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4.xml"/><Relationship Id="rId10" Type="http://schemas.openxmlformats.org/officeDocument/2006/relationships/slideLayout" Target="../slideLayouts/slideLayout13.xml"/><Relationship Id="rId13" Type="http://schemas.openxmlformats.org/officeDocument/2006/relationships/theme" Target="../theme/theme1.xml"/><Relationship Id="rId12" Type="http://schemas.openxmlformats.org/officeDocument/2006/relationships/slideLayout" Target="../slideLayouts/slideLayout15.xml"/><Relationship Id="rId1" Type="http://schemas.openxmlformats.org/officeDocument/2006/relationships/image" Target="../media/image10.png"/><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9" Type="http://schemas.openxmlformats.org/officeDocument/2006/relationships/slideLayout" Target="../slideLayouts/slideLayout12.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image" Target="../media/image10.png"/><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05979"/>
            <a:ext cx="8229600" cy="857250"/>
          </a:xfrm>
          <a:prstGeom prst="rect">
            <a:avLst/>
          </a:prstGeom>
          <a:noFill/>
          <a:ln>
            <a:noFill/>
          </a:ln>
        </p:spPr>
        <p:txBody>
          <a:bodyPr anchorCtr="0" anchor="ctr" bIns="40800" lIns="81625" spcFirstLastPara="1" rIns="81625" wrap="square" tIns="40800">
            <a:normAutofit/>
          </a:bodyPr>
          <a:lstStyle>
            <a:lvl1pPr lvl="0" marR="0" rtl="0" algn="ctr">
              <a:spcBef>
                <a:spcPts val="0"/>
              </a:spcBef>
              <a:spcAft>
                <a:spcPts val="0"/>
              </a:spcAft>
              <a:buClr>
                <a:schemeClr val="dk1"/>
              </a:buClr>
              <a:buSzPts val="3900"/>
              <a:buFont typeface="Arial"/>
              <a:buNone/>
              <a:defRPr b="0" i="0" sz="39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200151"/>
            <a:ext cx="8229600" cy="3394472"/>
          </a:xfrm>
          <a:prstGeom prst="rect">
            <a:avLst/>
          </a:prstGeom>
          <a:noFill/>
          <a:ln>
            <a:noFill/>
          </a:ln>
        </p:spPr>
        <p:txBody>
          <a:bodyPr anchorCtr="0" anchor="t" bIns="40800" lIns="81625" spcFirstLastPara="1" rIns="81625" wrap="square" tIns="40800">
            <a:norm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Arial"/>
                <a:ea typeface="Arial"/>
                <a:cs typeface="Arial"/>
                <a:sym typeface="Arial"/>
              </a:defRPr>
            </a:lvl2pPr>
            <a:lvl3pPr indent="-368300" lvl="2" marL="1371600" marR="0" rtl="0" algn="l">
              <a:spcBef>
                <a:spcPts val="44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12" name="Google Shape;12;p1"/>
          <p:cNvSpPr txBox="1"/>
          <p:nvPr>
            <p:ph idx="10" type="dt"/>
          </p:nvPr>
        </p:nvSpPr>
        <p:spPr>
          <a:xfrm>
            <a:off x="457200" y="4767263"/>
            <a:ext cx="2133600" cy="273844"/>
          </a:xfrm>
          <a:prstGeom prst="rect">
            <a:avLst/>
          </a:prstGeom>
          <a:noFill/>
          <a:ln>
            <a:noFill/>
          </a:ln>
        </p:spPr>
        <p:txBody>
          <a:bodyPr anchorCtr="0" anchor="ctr" bIns="40800" lIns="81625" spcFirstLastPara="1" rIns="81625" wrap="square" tIns="40800">
            <a:noAutofit/>
          </a:bodyPr>
          <a:lstStyle>
            <a:lvl1pPr lvl="0" marR="0" rtl="0" algn="l">
              <a:spcBef>
                <a:spcPts val="0"/>
              </a:spcBef>
              <a:spcAft>
                <a:spcPts val="0"/>
              </a:spcAft>
              <a:buSzPts val="1400"/>
              <a:buNone/>
              <a:defRPr b="0" i="0" sz="1100" u="none" cap="none" strike="noStrike">
                <a:solidFill>
                  <a:schemeClr val="lt1"/>
                </a:solidFill>
                <a:latin typeface="Open Sans"/>
                <a:ea typeface="Open Sans"/>
                <a:cs typeface="Open Sans"/>
                <a:sym typeface="Open Sans"/>
              </a:defRPr>
            </a:lvl1pPr>
            <a:lvl2pPr lvl="1"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6pPr>
            <a:lvl7pPr lvl="6"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7pPr>
            <a:lvl8pPr lvl="7"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8pPr>
            <a:lvl9pPr lvl="8"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9pPr>
          </a:lstStyle>
          <a:p/>
        </p:txBody>
      </p:sp>
      <p:sp>
        <p:nvSpPr>
          <p:cNvPr id="13" name="Google Shape;13;p1"/>
          <p:cNvSpPr txBox="1"/>
          <p:nvPr>
            <p:ph idx="11" type="ftr"/>
          </p:nvPr>
        </p:nvSpPr>
        <p:spPr>
          <a:xfrm>
            <a:off x="3124200" y="4767263"/>
            <a:ext cx="2895600" cy="273844"/>
          </a:xfrm>
          <a:prstGeom prst="rect">
            <a:avLst/>
          </a:prstGeom>
          <a:noFill/>
          <a:ln>
            <a:noFill/>
          </a:ln>
        </p:spPr>
        <p:txBody>
          <a:bodyPr anchorCtr="0" anchor="ctr" bIns="40800" lIns="81625" spcFirstLastPara="1" rIns="81625" wrap="square" tIns="40800">
            <a:noAutofit/>
          </a:bodyPr>
          <a:lstStyle>
            <a:lvl1pPr lvl="0" marR="0" rtl="0" algn="ctr">
              <a:spcBef>
                <a:spcPts val="0"/>
              </a:spcBef>
              <a:spcAft>
                <a:spcPts val="0"/>
              </a:spcAft>
              <a:buSzPts val="1400"/>
              <a:buNone/>
              <a:defRPr b="0" i="0" sz="11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6pPr>
            <a:lvl7pPr lvl="6"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7pPr>
            <a:lvl8pPr lvl="7"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8pPr>
            <a:lvl9pPr lvl="8"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9pPr>
          </a:lstStyle>
          <a:p/>
        </p:txBody>
      </p:sp>
      <p:sp>
        <p:nvSpPr>
          <p:cNvPr id="14" name="Google Shape;14;p1"/>
          <p:cNvSpPr txBox="1"/>
          <p:nvPr>
            <p:ph idx="12" type="sldNum"/>
          </p:nvPr>
        </p:nvSpPr>
        <p:spPr>
          <a:xfrm>
            <a:off x="3449064" y="4777436"/>
            <a:ext cx="2133600" cy="273844"/>
          </a:xfrm>
          <a:prstGeom prst="rect">
            <a:avLst/>
          </a:prstGeom>
          <a:noFill/>
          <a:ln>
            <a:noFill/>
          </a:ln>
        </p:spPr>
        <p:txBody>
          <a:bodyPr anchorCtr="0" anchor="ctr" bIns="40800" lIns="81625" spcFirstLastPara="1" rIns="81625" wrap="square" tIns="40800">
            <a:noAutofit/>
          </a:bodyPr>
          <a:lstStyle>
            <a:lvl1pPr indent="0" lvl="0" marL="0" marR="0" rtl="0" algn="r">
              <a:spcBef>
                <a:spcPts val="0"/>
              </a:spcBef>
              <a:buNone/>
              <a:defRPr b="0" i="0" sz="1100" u="none" cap="none" strike="noStrike">
                <a:solidFill>
                  <a:schemeClr val="lt1"/>
                </a:solidFill>
                <a:latin typeface="Arial"/>
                <a:ea typeface="Arial"/>
                <a:cs typeface="Arial"/>
                <a:sym typeface="Arial"/>
              </a:defRPr>
            </a:lvl1pPr>
            <a:lvl2pPr indent="0" lvl="1" marL="0" marR="0" rtl="0" algn="r">
              <a:spcBef>
                <a:spcPts val="0"/>
              </a:spcBef>
              <a:buNone/>
              <a:defRPr b="0" i="0" sz="1100" u="none" cap="none" strike="noStrike">
                <a:solidFill>
                  <a:schemeClr val="lt1"/>
                </a:solidFill>
                <a:latin typeface="Arial"/>
                <a:ea typeface="Arial"/>
                <a:cs typeface="Arial"/>
                <a:sym typeface="Arial"/>
              </a:defRPr>
            </a:lvl2pPr>
            <a:lvl3pPr indent="0" lvl="2" marL="0" marR="0" rtl="0" algn="r">
              <a:spcBef>
                <a:spcPts val="0"/>
              </a:spcBef>
              <a:buNone/>
              <a:defRPr b="0" i="0" sz="1100" u="none" cap="none" strike="noStrike">
                <a:solidFill>
                  <a:schemeClr val="lt1"/>
                </a:solidFill>
                <a:latin typeface="Arial"/>
                <a:ea typeface="Arial"/>
                <a:cs typeface="Arial"/>
                <a:sym typeface="Arial"/>
              </a:defRPr>
            </a:lvl3pPr>
            <a:lvl4pPr indent="0" lvl="3" marL="0" marR="0" rtl="0" algn="r">
              <a:spcBef>
                <a:spcPts val="0"/>
              </a:spcBef>
              <a:buNone/>
              <a:defRPr b="0" i="0" sz="1100" u="none" cap="none" strike="noStrike">
                <a:solidFill>
                  <a:schemeClr val="lt1"/>
                </a:solidFill>
                <a:latin typeface="Arial"/>
                <a:ea typeface="Arial"/>
                <a:cs typeface="Arial"/>
                <a:sym typeface="Arial"/>
              </a:defRPr>
            </a:lvl4pPr>
            <a:lvl5pPr indent="0" lvl="4" marL="0" marR="0" rtl="0" algn="r">
              <a:spcBef>
                <a:spcPts val="0"/>
              </a:spcBef>
              <a:buNone/>
              <a:defRPr b="0" i="0" sz="1100" u="none" cap="none" strike="noStrike">
                <a:solidFill>
                  <a:schemeClr val="lt1"/>
                </a:solidFill>
                <a:latin typeface="Arial"/>
                <a:ea typeface="Arial"/>
                <a:cs typeface="Arial"/>
                <a:sym typeface="Arial"/>
              </a:defRPr>
            </a:lvl5pPr>
            <a:lvl6pPr indent="0" lvl="5" marL="0" marR="0" rtl="0" algn="r">
              <a:spcBef>
                <a:spcPts val="0"/>
              </a:spcBef>
              <a:buNone/>
              <a:defRPr b="0" i="0" sz="1100" u="none" cap="none" strike="noStrike">
                <a:solidFill>
                  <a:schemeClr val="lt1"/>
                </a:solidFill>
                <a:latin typeface="Arial"/>
                <a:ea typeface="Arial"/>
                <a:cs typeface="Arial"/>
                <a:sym typeface="Arial"/>
              </a:defRPr>
            </a:lvl6pPr>
            <a:lvl7pPr indent="0" lvl="6" marL="0" marR="0" rtl="0" algn="r">
              <a:spcBef>
                <a:spcPts val="0"/>
              </a:spcBef>
              <a:buNone/>
              <a:defRPr b="0" i="0" sz="1100" u="none" cap="none" strike="noStrike">
                <a:solidFill>
                  <a:schemeClr val="lt1"/>
                </a:solidFill>
                <a:latin typeface="Arial"/>
                <a:ea typeface="Arial"/>
                <a:cs typeface="Arial"/>
                <a:sym typeface="Arial"/>
              </a:defRPr>
            </a:lvl7pPr>
            <a:lvl8pPr indent="0" lvl="7" marL="0" marR="0" rtl="0" algn="r">
              <a:spcBef>
                <a:spcPts val="0"/>
              </a:spcBef>
              <a:buNone/>
              <a:defRPr b="0" i="0" sz="1100" u="none" cap="none" strike="noStrike">
                <a:solidFill>
                  <a:schemeClr val="lt1"/>
                </a:solidFill>
                <a:latin typeface="Arial"/>
                <a:ea typeface="Arial"/>
                <a:cs typeface="Arial"/>
                <a:sym typeface="Arial"/>
              </a:defRPr>
            </a:lvl8pPr>
            <a:lvl9pPr indent="0" lvl="8" marL="0" marR="0" rtl="0" algn="r">
              <a:spcBef>
                <a:spcPts val="0"/>
              </a:spcBef>
              <a:buNone/>
              <a:defRPr b="0" i="0" sz="11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A close up of a sign&#10;&#10;Description automatically generated" id="15" name="Google Shape;15;p1"/>
          <p:cNvPicPr preferRelativeResize="0"/>
          <p:nvPr/>
        </p:nvPicPr>
        <p:blipFill rotWithShape="1">
          <a:blip r:embed="rId1">
            <a:alphaModFix/>
          </a:blip>
          <a:srcRect b="0" l="0" r="0" t="0"/>
          <a:stretch/>
        </p:blipFill>
        <p:spPr>
          <a:xfrm>
            <a:off x="7208402" y="4381045"/>
            <a:ext cx="2336662" cy="70099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 name="Shape 42"/>
        <p:cNvGrpSpPr/>
        <p:nvPr/>
      </p:nvGrpSpPr>
      <p:grpSpPr>
        <a:xfrm>
          <a:off x="0" y="0"/>
          <a:ext cx="0" cy="0"/>
          <a:chOff x="0" y="0"/>
          <a:chExt cx="0" cy="0"/>
        </a:xfrm>
      </p:grpSpPr>
      <p:sp>
        <p:nvSpPr>
          <p:cNvPr id="43" name="Google Shape;43;p6"/>
          <p:cNvSpPr txBox="1"/>
          <p:nvPr>
            <p:ph type="title"/>
          </p:nvPr>
        </p:nvSpPr>
        <p:spPr>
          <a:xfrm>
            <a:off x="457200" y="205979"/>
            <a:ext cx="8229600" cy="857400"/>
          </a:xfrm>
          <a:prstGeom prst="rect">
            <a:avLst/>
          </a:prstGeom>
          <a:noFill/>
          <a:ln>
            <a:noFill/>
          </a:ln>
        </p:spPr>
        <p:txBody>
          <a:bodyPr anchorCtr="0" anchor="ctr" bIns="40800" lIns="81625" spcFirstLastPara="1" rIns="81625" wrap="square" tIns="40800">
            <a:normAutofit/>
          </a:bodyPr>
          <a:lstStyle>
            <a:lvl1pPr lvl="0" marR="0" rtl="0" algn="ctr">
              <a:spcBef>
                <a:spcPts val="0"/>
              </a:spcBef>
              <a:spcAft>
                <a:spcPts val="0"/>
              </a:spcAft>
              <a:buClr>
                <a:schemeClr val="dk1"/>
              </a:buClr>
              <a:buSzPts val="3900"/>
              <a:buFont typeface="Arial"/>
              <a:buNone/>
              <a:defRPr b="0" i="0" sz="39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6"/>
          <p:cNvSpPr txBox="1"/>
          <p:nvPr>
            <p:ph idx="1" type="body"/>
          </p:nvPr>
        </p:nvSpPr>
        <p:spPr>
          <a:xfrm>
            <a:off x="457200" y="1200151"/>
            <a:ext cx="8229600" cy="3394500"/>
          </a:xfrm>
          <a:prstGeom prst="rect">
            <a:avLst/>
          </a:prstGeom>
          <a:noFill/>
          <a:ln>
            <a:noFill/>
          </a:ln>
        </p:spPr>
        <p:txBody>
          <a:bodyPr anchorCtr="0" anchor="t" bIns="40800" lIns="81625" spcFirstLastPara="1" rIns="81625" wrap="square" tIns="40800">
            <a:norm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Arial"/>
                <a:ea typeface="Arial"/>
                <a:cs typeface="Arial"/>
                <a:sym typeface="Arial"/>
              </a:defRPr>
            </a:lvl2pPr>
            <a:lvl3pPr indent="-368300" lvl="2" marL="1371600" marR="0" rtl="0" algn="l">
              <a:spcBef>
                <a:spcPts val="44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45" name="Google Shape;45;p6"/>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marR="0" rtl="0" algn="l">
              <a:spcBef>
                <a:spcPts val="0"/>
              </a:spcBef>
              <a:spcAft>
                <a:spcPts val="0"/>
              </a:spcAft>
              <a:buSzPts val="1400"/>
              <a:buNone/>
              <a:defRPr b="0" i="0" sz="1100" u="none" cap="none" strike="noStrike">
                <a:solidFill>
                  <a:schemeClr val="lt1"/>
                </a:solidFill>
                <a:latin typeface="Open Sans"/>
                <a:ea typeface="Open Sans"/>
                <a:cs typeface="Open Sans"/>
                <a:sym typeface="Open Sans"/>
              </a:defRPr>
            </a:lvl1pPr>
            <a:lvl2pPr lvl="1"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6pPr>
            <a:lvl7pPr lvl="6"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7pPr>
            <a:lvl8pPr lvl="7"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8pPr>
            <a:lvl9pPr lvl="8"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9pPr>
          </a:lstStyle>
          <a:p/>
        </p:txBody>
      </p:sp>
      <p:sp>
        <p:nvSpPr>
          <p:cNvPr id="46" name="Google Shape;46;p6"/>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marR="0" rtl="0" algn="ctr">
              <a:spcBef>
                <a:spcPts val="0"/>
              </a:spcBef>
              <a:spcAft>
                <a:spcPts val="0"/>
              </a:spcAft>
              <a:buSzPts val="1400"/>
              <a:buNone/>
              <a:defRPr b="0" i="0" sz="11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6pPr>
            <a:lvl7pPr lvl="6"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7pPr>
            <a:lvl8pPr lvl="7"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8pPr>
            <a:lvl9pPr lvl="8"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9pPr>
          </a:lstStyle>
          <a:p/>
        </p:txBody>
      </p:sp>
      <p:sp>
        <p:nvSpPr>
          <p:cNvPr id="47" name="Google Shape;47;p6"/>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marR="0" rtl="0" algn="r">
              <a:spcBef>
                <a:spcPts val="0"/>
              </a:spcBef>
              <a:buNone/>
              <a:defRPr b="0" i="0" sz="1100" u="none" cap="none" strike="noStrike">
                <a:solidFill>
                  <a:schemeClr val="lt1"/>
                </a:solidFill>
                <a:latin typeface="Arial"/>
                <a:ea typeface="Arial"/>
                <a:cs typeface="Arial"/>
                <a:sym typeface="Arial"/>
              </a:defRPr>
            </a:lvl1pPr>
            <a:lvl2pPr indent="0" lvl="1" marL="0" marR="0" rtl="0" algn="r">
              <a:spcBef>
                <a:spcPts val="0"/>
              </a:spcBef>
              <a:buNone/>
              <a:defRPr b="0" i="0" sz="1100" u="none" cap="none" strike="noStrike">
                <a:solidFill>
                  <a:schemeClr val="lt1"/>
                </a:solidFill>
                <a:latin typeface="Arial"/>
                <a:ea typeface="Arial"/>
                <a:cs typeface="Arial"/>
                <a:sym typeface="Arial"/>
              </a:defRPr>
            </a:lvl2pPr>
            <a:lvl3pPr indent="0" lvl="2" marL="0" marR="0" rtl="0" algn="r">
              <a:spcBef>
                <a:spcPts val="0"/>
              </a:spcBef>
              <a:buNone/>
              <a:defRPr b="0" i="0" sz="1100" u="none" cap="none" strike="noStrike">
                <a:solidFill>
                  <a:schemeClr val="lt1"/>
                </a:solidFill>
                <a:latin typeface="Arial"/>
                <a:ea typeface="Arial"/>
                <a:cs typeface="Arial"/>
                <a:sym typeface="Arial"/>
              </a:defRPr>
            </a:lvl3pPr>
            <a:lvl4pPr indent="0" lvl="3" marL="0" marR="0" rtl="0" algn="r">
              <a:spcBef>
                <a:spcPts val="0"/>
              </a:spcBef>
              <a:buNone/>
              <a:defRPr b="0" i="0" sz="1100" u="none" cap="none" strike="noStrike">
                <a:solidFill>
                  <a:schemeClr val="lt1"/>
                </a:solidFill>
                <a:latin typeface="Arial"/>
                <a:ea typeface="Arial"/>
                <a:cs typeface="Arial"/>
                <a:sym typeface="Arial"/>
              </a:defRPr>
            </a:lvl4pPr>
            <a:lvl5pPr indent="0" lvl="4" marL="0" marR="0" rtl="0" algn="r">
              <a:spcBef>
                <a:spcPts val="0"/>
              </a:spcBef>
              <a:buNone/>
              <a:defRPr b="0" i="0" sz="1100" u="none" cap="none" strike="noStrike">
                <a:solidFill>
                  <a:schemeClr val="lt1"/>
                </a:solidFill>
                <a:latin typeface="Arial"/>
                <a:ea typeface="Arial"/>
                <a:cs typeface="Arial"/>
                <a:sym typeface="Arial"/>
              </a:defRPr>
            </a:lvl5pPr>
            <a:lvl6pPr indent="0" lvl="5" marL="0" marR="0" rtl="0" algn="r">
              <a:spcBef>
                <a:spcPts val="0"/>
              </a:spcBef>
              <a:buNone/>
              <a:defRPr b="0" i="0" sz="1100" u="none" cap="none" strike="noStrike">
                <a:solidFill>
                  <a:schemeClr val="lt1"/>
                </a:solidFill>
                <a:latin typeface="Arial"/>
                <a:ea typeface="Arial"/>
                <a:cs typeface="Arial"/>
                <a:sym typeface="Arial"/>
              </a:defRPr>
            </a:lvl6pPr>
            <a:lvl7pPr indent="0" lvl="6" marL="0" marR="0" rtl="0" algn="r">
              <a:spcBef>
                <a:spcPts val="0"/>
              </a:spcBef>
              <a:buNone/>
              <a:defRPr b="0" i="0" sz="1100" u="none" cap="none" strike="noStrike">
                <a:solidFill>
                  <a:schemeClr val="lt1"/>
                </a:solidFill>
                <a:latin typeface="Arial"/>
                <a:ea typeface="Arial"/>
                <a:cs typeface="Arial"/>
                <a:sym typeface="Arial"/>
              </a:defRPr>
            </a:lvl7pPr>
            <a:lvl8pPr indent="0" lvl="7" marL="0" marR="0" rtl="0" algn="r">
              <a:spcBef>
                <a:spcPts val="0"/>
              </a:spcBef>
              <a:buNone/>
              <a:defRPr b="0" i="0" sz="1100" u="none" cap="none" strike="noStrike">
                <a:solidFill>
                  <a:schemeClr val="lt1"/>
                </a:solidFill>
                <a:latin typeface="Arial"/>
                <a:ea typeface="Arial"/>
                <a:cs typeface="Arial"/>
                <a:sym typeface="Arial"/>
              </a:defRPr>
            </a:lvl8pPr>
            <a:lvl9pPr indent="0" lvl="8" marL="0" marR="0" rtl="0" algn="r">
              <a:spcBef>
                <a:spcPts val="0"/>
              </a:spcBef>
              <a:buNone/>
              <a:defRPr b="0" i="0" sz="11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A close up of a sign&#10;&#10;Description automatically generated" id="48" name="Google Shape;48;p6"/>
          <p:cNvPicPr preferRelativeResize="0"/>
          <p:nvPr/>
        </p:nvPicPr>
        <p:blipFill rotWithShape="1">
          <a:blip r:embed="rId1">
            <a:alphaModFix/>
          </a:blip>
          <a:srcRect b="0" l="0" r="0" t="0"/>
          <a:stretch/>
        </p:blipFill>
        <p:spPr>
          <a:xfrm>
            <a:off x="7208402" y="4381045"/>
            <a:ext cx="2336661" cy="70099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sp>
        <p:nvSpPr>
          <p:cNvPr id="118" name="Google Shape;118;p18"/>
          <p:cNvSpPr txBox="1"/>
          <p:nvPr>
            <p:ph type="title"/>
          </p:nvPr>
        </p:nvSpPr>
        <p:spPr>
          <a:xfrm>
            <a:off x="457200" y="205979"/>
            <a:ext cx="8229600" cy="857400"/>
          </a:xfrm>
          <a:prstGeom prst="rect">
            <a:avLst/>
          </a:prstGeom>
          <a:noFill/>
          <a:ln>
            <a:noFill/>
          </a:ln>
        </p:spPr>
        <p:txBody>
          <a:bodyPr anchorCtr="0" anchor="ctr" bIns="40800" lIns="81625" spcFirstLastPara="1" rIns="81625" wrap="square" tIns="40800">
            <a:normAutofit/>
          </a:bodyPr>
          <a:lstStyle>
            <a:lvl1pPr lvl="0" marR="0" rtl="0" algn="ctr">
              <a:spcBef>
                <a:spcPts val="0"/>
              </a:spcBef>
              <a:spcAft>
                <a:spcPts val="0"/>
              </a:spcAft>
              <a:buClr>
                <a:schemeClr val="dk1"/>
              </a:buClr>
              <a:buSzPts val="3900"/>
              <a:buFont typeface="Arial"/>
              <a:buNone/>
              <a:defRPr b="0" i="0" sz="39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9" name="Google Shape;119;p18"/>
          <p:cNvSpPr txBox="1"/>
          <p:nvPr>
            <p:ph idx="1" type="body"/>
          </p:nvPr>
        </p:nvSpPr>
        <p:spPr>
          <a:xfrm>
            <a:off x="457200" y="1200151"/>
            <a:ext cx="8229600" cy="3394500"/>
          </a:xfrm>
          <a:prstGeom prst="rect">
            <a:avLst/>
          </a:prstGeom>
          <a:noFill/>
          <a:ln>
            <a:noFill/>
          </a:ln>
        </p:spPr>
        <p:txBody>
          <a:bodyPr anchorCtr="0" anchor="t" bIns="40800" lIns="81625" spcFirstLastPara="1" rIns="81625" wrap="square" tIns="40800">
            <a:norm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7350" lvl="1" marL="914400" marR="0" rtl="0" algn="l">
              <a:spcBef>
                <a:spcPts val="500"/>
              </a:spcBef>
              <a:spcAft>
                <a:spcPts val="0"/>
              </a:spcAft>
              <a:buClr>
                <a:schemeClr val="dk1"/>
              </a:buClr>
              <a:buSzPts val="2500"/>
              <a:buFont typeface="Arial"/>
              <a:buChar char="–"/>
              <a:defRPr b="0" i="0" sz="2500" u="none" cap="none" strike="noStrike">
                <a:solidFill>
                  <a:schemeClr val="dk1"/>
                </a:solidFill>
                <a:latin typeface="Arial"/>
                <a:ea typeface="Arial"/>
                <a:cs typeface="Arial"/>
                <a:sym typeface="Arial"/>
              </a:defRPr>
            </a:lvl2pPr>
            <a:lvl3pPr indent="-368300" lvl="2" marL="1371600" marR="0" rtl="0" algn="l">
              <a:spcBef>
                <a:spcPts val="44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120" name="Google Shape;120;p18"/>
          <p:cNvSpPr txBox="1"/>
          <p:nvPr>
            <p:ph idx="10" type="dt"/>
          </p:nvPr>
        </p:nvSpPr>
        <p:spPr>
          <a:xfrm>
            <a:off x="457200" y="4767263"/>
            <a:ext cx="2133600" cy="273900"/>
          </a:xfrm>
          <a:prstGeom prst="rect">
            <a:avLst/>
          </a:prstGeom>
          <a:noFill/>
          <a:ln>
            <a:noFill/>
          </a:ln>
        </p:spPr>
        <p:txBody>
          <a:bodyPr anchorCtr="0" anchor="ctr" bIns="40800" lIns="81625" spcFirstLastPara="1" rIns="81625" wrap="square" tIns="40800">
            <a:noAutofit/>
          </a:bodyPr>
          <a:lstStyle>
            <a:lvl1pPr lvl="0" marR="0" rtl="0" algn="l">
              <a:spcBef>
                <a:spcPts val="0"/>
              </a:spcBef>
              <a:spcAft>
                <a:spcPts val="0"/>
              </a:spcAft>
              <a:buSzPts val="1400"/>
              <a:buNone/>
              <a:defRPr b="0" i="0" sz="1100" u="none" cap="none" strike="noStrike">
                <a:solidFill>
                  <a:schemeClr val="lt1"/>
                </a:solidFill>
                <a:latin typeface="Open Sans"/>
                <a:ea typeface="Open Sans"/>
                <a:cs typeface="Open Sans"/>
                <a:sym typeface="Open Sans"/>
              </a:defRPr>
            </a:lvl1pPr>
            <a:lvl2pPr lvl="1"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6pPr>
            <a:lvl7pPr lvl="6"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7pPr>
            <a:lvl8pPr lvl="7"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8pPr>
            <a:lvl9pPr lvl="8"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9pPr>
          </a:lstStyle>
          <a:p/>
        </p:txBody>
      </p:sp>
      <p:sp>
        <p:nvSpPr>
          <p:cNvPr id="121" name="Google Shape;121;p18"/>
          <p:cNvSpPr txBox="1"/>
          <p:nvPr>
            <p:ph idx="11" type="ftr"/>
          </p:nvPr>
        </p:nvSpPr>
        <p:spPr>
          <a:xfrm>
            <a:off x="3124200" y="4767263"/>
            <a:ext cx="2895600" cy="273900"/>
          </a:xfrm>
          <a:prstGeom prst="rect">
            <a:avLst/>
          </a:prstGeom>
          <a:noFill/>
          <a:ln>
            <a:noFill/>
          </a:ln>
        </p:spPr>
        <p:txBody>
          <a:bodyPr anchorCtr="0" anchor="ctr" bIns="40800" lIns="81625" spcFirstLastPara="1" rIns="81625" wrap="square" tIns="40800">
            <a:noAutofit/>
          </a:bodyPr>
          <a:lstStyle>
            <a:lvl1pPr lvl="0" marR="0" rtl="0" algn="ctr">
              <a:spcBef>
                <a:spcPts val="0"/>
              </a:spcBef>
              <a:spcAft>
                <a:spcPts val="0"/>
              </a:spcAft>
              <a:buSzPts val="1400"/>
              <a:buNone/>
              <a:defRPr b="0" i="0" sz="11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6pPr>
            <a:lvl7pPr lvl="6"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7pPr>
            <a:lvl8pPr lvl="7"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8pPr>
            <a:lvl9pPr lvl="8"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9pPr>
          </a:lstStyle>
          <a:p/>
        </p:txBody>
      </p:sp>
      <p:sp>
        <p:nvSpPr>
          <p:cNvPr id="122" name="Google Shape;122;p18"/>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lvl1pPr indent="0" lvl="0" marL="0" marR="0" rtl="0" algn="r">
              <a:spcBef>
                <a:spcPts val="0"/>
              </a:spcBef>
              <a:buNone/>
              <a:defRPr b="0" i="0" sz="1100" u="none" cap="none" strike="noStrike">
                <a:solidFill>
                  <a:schemeClr val="lt1"/>
                </a:solidFill>
                <a:latin typeface="Arial"/>
                <a:ea typeface="Arial"/>
                <a:cs typeface="Arial"/>
                <a:sym typeface="Arial"/>
              </a:defRPr>
            </a:lvl1pPr>
            <a:lvl2pPr indent="0" lvl="1" marL="0" marR="0" rtl="0" algn="r">
              <a:spcBef>
                <a:spcPts val="0"/>
              </a:spcBef>
              <a:buNone/>
              <a:defRPr b="0" i="0" sz="1100" u="none" cap="none" strike="noStrike">
                <a:solidFill>
                  <a:schemeClr val="lt1"/>
                </a:solidFill>
                <a:latin typeface="Arial"/>
                <a:ea typeface="Arial"/>
                <a:cs typeface="Arial"/>
                <a:sym typeface="Arial"/>
              </a:defRPr>
            </a:lvl2pPr>
            <a:lvl3pPr indent="0" lvl="2" marL="0" marR="0" rtl="0" algn="r">
              <a:spcBef>
                <a:spcPts val="0"/>
              </a:spcBef>
              <a:buNone/>
              <a:defRPr b="0" i="0" sz="1100" u="none" cap="none" strike="noStrike">
                <a:solidFill>
                  <a:schemeClr val="lt1"/>
                </a:solidFill>
                <a:latin typeface="Arial"/>
                <a:ea typeface="Arial"/>
                <a:cs typeface="Arial"/>
                <a:sym typeface="Arial"/>
              </a:defRPr>
            </a:lvl3pPr>
            <a:lvl4pPr indent="0" lvl="3" marL="0" marR="0" rtl="0" algn="r">
              <a:spcBef>
                <a:spcPts val="0"/>
              </a:spcBef>
              <a:buNone/>
              <a:defRPr b="0" i="0" sz="1100" u="none" cap="none" strike="noStrike">
                <a:solidFill>
                  <a:schemeClr val="lt1"/>
                </a:solidFill>
                <a:latin typeface="Arial"/>
                <a:ea typeface="Arial"/>
                <a:cs typeface="Arial"/>
                <a:sym typeface="Arial"/>
              </a:defRPr>
            </a:lvl4pPr>
            <a:lvl5pPr indent="0" lvl="4" marL="0" marR="0" rtl="0" algn="r">
              <a:spcBef>
                <a:spcPts val="0"/>
              </a:spcBef>
              <a:buNone/>
              <a:defRPr b="0" i="0" sz="1100" u="none" cap="none" strike="noStrike">
                <a:solidFill>
                  <a:schemeClr val="lt1"/>
                </a:solidFill>
                <a:latin typeface="Arial"/>
                <a:ea typeface="Arial"/>
                <a:cs typeface="Arial"/>
                <a:sym typeface="Arial"/>
              </a:defRPr>
            </a:lvl5pPr>
            <a:lvl6pPr indent="0" lvl="5" marL="0" marR="0" rtl="0" algn="r">
              <a:spcBef>
                <a:spcPts val="0"/>
              </a:spcBef>
              <a:buNone/>
              <a:defRPr b="0" i="0" sz="1100" u="none" cap="none" strike="noStrike">
                <a:solidFill>
                  <a:schemeClr val="lt1"/>
                </a:solidFill>
                <a:latin typeface="Arial"/>
                <a:ea typeface="Arial"/>
                <a:cs typeface="Arial"/>
                <a:sym typeface="Arial"/>
              </a:defRPr>
            </a:lvl6pPr>
            <a:lvl7pPr indent="0" lvl="6" marL="0" marR="0" rtl="0" algn="r">
              <a:spcBef>
                <a:spcPts val="0"/>
              </a:spcBef>
              <a:buNone/>
              <a:defRPr b="0" i="0" sz="1100" u="none" cap="none" strike="noStrike">
                <a:solidFill>
                  <a:schemeClr val="lt1"/>
                </a:solidFill>
                <a:latin typeface="Arial"/>
                <a:ea typeface="Arial"/>
                <a:cs typeface="Arial"/>
                <a:sym typeface="Arial"/>
              </a:defRPr>
            </a:lvl7pPr>
            <a:lvl8pPr indent="0" lvl="7" marL="0" marR="0" rtl="0" algn="r">
              <a:spcBef>
                <a:spcPts val="0"/>
              </a:spcBef>
              <a:buNone/>
              <a:defRPr b="0" i="0" sz="1100" u="none" cap="none" strike="noStrike">
                <a:solidFill>
                  <a:schemeClr val="lt1"/>
                </a:solidFill>
                <a:latin typeface="Arial"/>
                <a:ea typeface="Arial"/>
                <a:cs typeface="Arial"/>
                <a:sym typeface="Arial"/>
              </a:defRPr>
            </a:lvl8pPr>
            <a:lvl9pPr indent="0" lvl="8" marL="0" marR="0" rtl="0" algn="r">
              <a:spcBef>
                <a:spcPts val="0"/>
              </a:spcBef>
              <a:buNone/>
              <a:defRPr b="0" i="0" sz="11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A close up of a sign&#10;&#10;Description automatically generated" id="123" name="Google Shape;123;p18"/>
          <p:cNvPicPr preferRelativeResize="0"/>
          <p:nvPr/>
        </p:nvPicPr>
        <p:blipFill rotWithShape="1">
          <a:blip r:embed="rId1">
            <a:alphaModFix/>
          </a:blip>
          <a:srcRect b="0" l="0" r="0" t="0"/>
          <a:stretch/>
        </p:blipFill>
        <p:spPr>
          <a:xfrm>
            <a:off x="7208402" y="4381045"/>
            <a:ext cx="2336661" cy="70099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1"/>
          <p:cNvSpPr txBox="1"/>
          <p:nvPr>
            <p:ph type="ctrTitle"/>
          </p:nvPr>
        </p:nvSpPr>
        <p:spPr>
          <a:xfrm>
            <a:off x="456877" y="2392266"/>
            <a:ext cx="8230243" cy="898403"/>
          </a:xfrm>
          <a:prstGeom prst="rect">
            <a:avLst/>
          </a:prstGeom>
          <a:noFill/>
          <a:ln>
            <a:noFill/>
          </a:ln>
        </p:spPr>
        <p:txBody>
          <a:bodyPr anchorCtr="0" anchor="ctr" bIns="40800" lIns="81625" spcFirstLastPara="1" rIns="81625" wrap="square" tIns="40800">
            <a:noAutofit/>
          </a:bodyPr>
          <a:lstStyle/>
          <a:p>
            <a:pPr indent="0" lvl="0" marL="0" rtl="0" algn="ctr">
              <a:spcBef>
                <a:spcPts val="0"/>
              </a:spcBef>
              <a:spcAft>
                <a:spcPts val="0"/>
              </a:spcAft>
              <a:buClr>
                <a:schemeClr val="dk1"/>
              </a:buClr>
              <a:buSzPts val="2800"/>
              <a:buFont typeface="Arial"/>
              <a:buNone/>
            </a:pPr>
            <a:br>
              <a:rPr lang="en-US"/>
            </a:br>
            <a:br>
              <a:rPr b="1" i="0" lang="en-US" sz="2500" u="none" strike="noStrike">
                <a:solidFill>
                  <a:srgbClr val="000000"/>
                </a:solidFill>
                <a:latin typeface="Arial"/>
                <a:ea typeface="Arial"/>
                <a:cs typeface="Arial"/>
                <a:sym typeface="Arial"/>
              </a:rPr>
            </a:br>
            <a:br>
              <a:rPr b="1" i="0" lang="en-US" sz="2500" u="none" strike="noStrike">
                <a:solidFill>
                  <a:srgbClr val="000000"/>
                </a:solidFill>
                <a:latin typeface="Arial"/>
                <a:ea typeface="Arial"/>
                <a:cs typeface="Arial"/>
                <a:sym typeface="Arial"/>
              </a:rPr>
            </a:br>
            <a:br>
              <a:rPr b="0" i="0" lang="en-US">
                <a:solidFill>
                  <a:srgbClr val="000000"/>
                </a:solidFill>
                <a:latin typeface="Quattrocento Sans"/>
                <a:ea typeface="Quattrocento Sans"/>
                <a:cs typeface="Quattrocento Sans"/>
                <a:sym typeface="Quattrocento Sans"/>
              </a:rPr>
            </a:br>
            <a:br>
              <a:rPr lang="en-US"/>
            </a:br>
            <a:endParaRPr/>
          </a:p>
        </p:txBody>
      </p:sp>
      <p:sp>
        <p:nvSpPr>
          <p:cNvPr id="203" name="Google Shape;203;p31"/>
          <p:cNvSpPr txBox="1"/>
          <p:nvPr>
            <p:ph idx="1" type="subTitle"/>
          </p:nvPr>
        </p:nvSpPr>
        <p:spPr>
          <a:xfrm>
            <a:off x="456875" y="2499575"/>
            <a:ext cx="8230200" cy="1671300"/>
          </a:xfrm>
          <a:prstGeom prst="rect">
            <a:avLst/>
          </a:prstGeom>
          <a:noFill/>
          <a:ln>
            <a:noFill/>
          </a:ln>
        </p:spPr>
        <p:txBody>
          <a:bodyPr anchorCtr="0" anchor="t" bIns="40800" lIns="81625" spcFirstLastPara="1" rIns="81625" wrap="square" tIns="40800">
            <a:normAutofit fontScale="70000" lnSpcReduction="10000"/>
          </a:bodyPr>
          <a:lstStyle/>
          <a:p>
            <a:pPr indent="0" lvl="0" marL="0" rtl="0" algn="ctr">
              <a:spcBef>
                <a:spcPts val="0"/>
              </a:spcBef>
              <a:spcAft>
                <a:spcPts val="0"/>
              </a:spcAft>
              <a:buClr>
                <a:schemeClr val="dk1"/>
              </a:buClr>
              <a:buSzPct val="100000"/>
              <a:buNone/>
            </a:pPr>
            <a:r>
              <a:rPr b="1" lang="en-US" sz="2400"/>
              <a:t>Predictive Analysis of Customer Churn: A Data-Driven Retention Strategy</a:t>
            </a:r>
            <a:endParaRPr b="1" sz="2400"/>
          </a:p>
          <a:p>
            <a:pPr indent="0" lvl="0" marL="0" rtl="0" algn="ctr">
              <a:spcBef>
                <a:spcPts val="0"/>
              </a:spcBef>
              <a:spcAft>
                <a:spcPts val="0"/>
              </a:spcAft>
              <a:buClr>
                <a:schemeClr val="dk1"/>
              </a:buClr>
              <a:buSzPct val="100000"/>
              <a:buNone/>
            </a:pPr>
            <a:r>
              <a:t/>
            </a:r>
            <a:endParaRPr b="1" sz="2400"/>
          </a:p>
          <a:p>
            <a:pPr indent="0" lvl="0" marL="0" rtl="0" algn="ctr">
              <a:spcBef>
                <a:spcPts val="480"/>
              </a:spcBef>
              <a:spcAft>
                <a:spcPts val="0"/>
              </a:spcAft>
              <a:buClr>
                <a:schemeClr val="dk1"/>
              </a:buClr>
              <a:buSzPct val="100000"/>
              <a:buNone/>
            </a:pPr>
            <a:r>
              <a:rPr lang="en-US" sz="2400"/>
              <a:t>Group 5(Yupeng Ji, Khondoker Shaan Muhammad, Kinley Rabgay Penjor, Lawrence Paglinawan, Rojin Saru)</a:t>
            </a:r>
            <a:endParaRPr sz="2400"/>
          </a:p>
          <a:p>
            <a:pPr indent="0" lvl="0" marL="0" rtl="0" algn="ctr">
              <a:spcBef>
                <a:spcPts val="480"/>
              </a:spcBef>
              <a:spcAft>
                <a:spcPts val="0"/>
              </a:spcAft>
              <a:buClr>
                <a:schemeClr val="dk1"/>
              </a:buClr>
              <a:buSzPct val="100000"/>
              <a:buNone/>
            </a:pPr>
            <a:r>
              <a:rPr lang="en-US" sz="2400"/>
              <a:t>2026/04/14</a:t>
            </a:r>
            <a:endParaRPr sz="2400"/>
          </a:p>
          <a:p>
            <a:pPr indent="0" lvl="0" marL="0" rtl="0" algn="ctr">
              <a:spcBef>
                <a:spcPts val="480"/>
              </a:spcBef>
              <a:spcAft>
                <a:spcPts val="0"/>
              </a:spcAft>
              <a:buClr>
                <a:schemeClr val="dk1"/>
              </a:buClr>
              <a:buSzPct val="100000"/>
              <a:buNone/>
            </a:pPr>
            <a:r>
              <a:t/>
            </a:r>
            <a:endParaRPr sz="2400"/>
          </a:p>
        </p:txBody>
      </p:sp>
      <p:pic>
        <p:nvPicPr>
          <p:cNvPr id="204" name="Google Shape;204;p31"/>
          <p:cNvPicPr preferRelativeResize="0"/>
          <p:nvPr/>
        </p:nvPicPr>
        <p:blipFill rotWithShape="1">
          <a:blip r:embed="rId3">
            <a:alphaModFix/>
          </a:blip>
          <a:srcRect b="0" l="0" r="0" t="0"/>
          <a:stretch/>
        </p:blipFill>
        <p:spPr>
          <a:xfrm>
            <a:off x="1527523" y="0"/>
            <a:ext cx="8235363" cy="89840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cxnSp>
        <p:nvCxnSpPr>
          <p:cNvPr id="209" name="Google Shape;209;p32"/>
          <p:cNvCxnSpPr/>
          <p:nvPr/>
        </p:nvCxnSpPr>
        <p:spPr>
          <a:xfrm>
            <a:off x="456879" y="561499"/>
            <a:ext cx="8230200" cy="0"/>
          </a:xfrm>
          <a:prstGeom prst="straightConnector1">
            <a:avLst/>
          </a:prstGeom>
          <a:solidFill>
            <a:schemeClr val="accent1"/>
          </a:solidFill>
          <a:ln cap="flat" cmpd="sng" w="25400">
            <a:solidFill>
              <a:srgbClr val="7F7F7F"/>
            </a:solidFill>
            <a:prstDash val="solid"/>
            <a:round/>
            <a:headEnd len="sm" w="sm" type="none"/>
            <a:tailEnd len="sm" w="sm" type="none"/>
          </a:ln>
        </p:spPr>
      </p:cxnSp>
      <p:sp>
        <p:nvSpPr>
          <p:cNvPr id="210" name="Google Shape;210;p32"/>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p>
            <a:pPr indent="0" lvl="0" marL="0" rtl="0" algn="r">
              <a:spcBef>
                <a:spcPts val="0"/>
              </a:spcBef>
              <a:spcAft>
                <a:spcPts val="0"/>
              </a:spcAft>
              <a:buNone/>
            </a:pPr>
            <a:fld id="{00000000-1234-1234-1234-123412341234}" type="slidenum">
              <a:rPr lang="en-US"/>
              <a:t>‹#›</a:t>
            </a:fld>
            <a:endParaRPr/>
          </a:p>
        </p:txBody>
      </p:sp>
      <p:sp>
        <p:nvSpPr>
          <p:cNvPr id="211" name="Google Shape;211;p32"/>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p>
            <a:pPr indent="0" lvl="0" marL="0" rtl="0" algn="l">
              <a:spcBef>
                <a:spcPts val="0"/>
              </a:spcBef>
              <a:spcAft>
                <a:spcPts val="0"/>
              </a:spcAft>
              <a:buClr>
                <a:srgbClr val="E7191C"/>
              </a:buClr>
              <a:buSzPts val="2400"/>
              <a:buFont typeface="Arial"/>
              <a:buNone/>
            </a:pPr>
            <a:r>
              <a:rPr lang="en-US"/>
              <a:t>Outline</a:t>
            </a:r>
            <a:endParaRPr/>
          </a:p>
        </p:txBody>
      </p:sp>
      <p:grpSp>
        <p:nvGrpSpPr>
          <p:cNvPr id="212" name="Google Shape;212;p32"/>
          <p:cNvGrpSpPr/>
          <p:nvPr/>
        </p:nvGrpSpPr>
        <p:grpSpPr>
          <a:xfrm>
            <a:off x="457200" y="1047750"/>
            <a:ext cx="8229600" cy="3333900"/>
            <a:chOff x="457200" y="1047750"/>
            <a:chExt cx="8229600" cy="3333900"/>
          </a:xfrm>
        </p:grpSpPr>
        <p:sp>
          <p:nvSpPr>
            <p:cNvPr id="213" name="Google Shape;213;p32"/>
            <p:cNvSpPr/>
            <p:nvPr/>
          </p:nvSpPr>
          <p:spPr>
            <a:xfrm>
              <a:off x="457200" y="1047750"/>
              <a:ext cx="8229600" cy="3333900"/>
            </a:xfrm>
            <a:prstGeom prst="roundRect">
              <a:avLst>
                <a:gd fmla="val 2857"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14" name="Google Shape;214;p32"/>
            <p:cNvGrpSpPr/>
            <p:nvPr/>
          </p:nvGrpSpPr>
          <p:grpSpPr>
            <a:xfrm>
              <a:off x="647700" y="1190625"/>
              <a:ext cx="7972425" cy="285900"/>
              <a:chOff x="647700" y="1190625"/>
              <a:chExt cx="7972425" cy="285900"/>
            </a:xfrm>
          </p:grpSpPr>
          <p:sp>
            <p:nvSpPr>
              <p:cNvPr id="215" name="Google Shape;215;p32"/>
              <p:cNvSpPr/>
              <p:nvPr/>
            </p:nvSpPr>
            <p:spPr>
              <a:xfrm>
                <a:off x="647700" y="1219200"/>
                <a:ext cx="228600" cy="228600"/>
              </a:xfrm>
              <a:prstGeom prst="ellipse">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32"/>
              <p:cNvSpPr txBox="1"/>
              <p:nvPr/>
            </p:nvSpPr>
            <p:spPr>
              <a:xfrm>
                <a:off x="1000125" y="1190625"/>
                <a:ext cx="762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333333"/>
                    </a:solidFill>
                    <a:latin typeface="Arial"/>
                    <a:ea typeface="Arial"/>
                    <a:cs typeface="Arial"/>
                    <a:sym typeface="Arial"/>
                  </a:rPr>
                  <a:t>01. Introduction</a:t>
                </a:r>
                <a:endParaRPr b="1" sz="1600">
                  <a:solidFill>
                    <a:srgbClr val="333333"/>
                  </a:solidFill>
                  <a:latin typeface="Arial"/>
                  <a:ea typeface="Arial"/>
                  <a:cs typeface="Arial"/>
                  <a:sym typeface="Arial"/>
                </a:endParaRPr>
              </a:p>
            </p:txBody>
          </p:sp>
        </p:grpSp>
        <p:grpSp>
          <p:nvGrpSpPr>
            <p:cNvPr id="217" name="Google Shape;217;p32"/>
            <p:cNvGrpSpPr/>
            <p:nvPr/>
          </p:nvGrpSpPr>
          <p:grpSpPr>
            <a:xfrm>
              <a:off x="647700" y="1571625"/>
              <a:ext cx="7972425" cy="285900"/>
              <a:chOff x="647700" y="1571625"/>
              <a:chExt cx="7972425" cy="285900"/>
            </a:xfrm>
          </p:grpSpPr>
          <p:sp>
            <p:nvSpPr>
              <p:cNvPr id="218" name="Google Shape;218;p32"/>
              <p:cNvSpPr/>
              <p:nvPr/>
            </p:nvSpPr>
            <p:spPr>
              <a:xfrm>
                <a:off x="647700" y="1600200"/>
                <a:ext cx="228600" cy="228600"/>
              </a:xfrm>
              <a:prstGeom prst="ellipse">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32"/>
              <p:cNvSpPr txBox="1"/>
              <p:nvPr/>
            </p:nvSpPr>
            <p:spPr>
              <a:xfrm>
                <a:off x="1000125" y="1571625"/>
                <a:ext cx="762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333333"/>
                    </a:solidFill>
                    <a:latin typeface="Arial"/>
                    <a:ea typeface="Arial"/>
                    <a:cs typeface="Arial"/>
                    <a:sym typeface="Arial"/>
                  </a:rPr>
                  <a:t>02. Background (The Dataset &amp; Problem)</a:t>
                </a:r>
                <a:endParaRPr b="1" sz="1600">
                  <a:solidFill>
                    <a:srgbClr val="333333"/>
                  </a:solidFill>
                  <a:latin typeface="Arial"/>
                  <a:ea typeface="Arial"/>
                  <a:cs typeface="Arial"/>
                  <a:sym typeface="Arial"/>
                </a:endParaRPr>
              </a:p>
            </p:txBody>
          </p:sp>
        </p:grpSp>
        <p:grpSp>
          <p:nvGrpSpPr>
            <p:cNvPr id="220" name="Google Shape;220;p32"/>
            <p:cNvGrpSpPr/>
            <p:nvPr/>
          </p:nvGrpSpPr>
          <p:grpSpPr>
            <a:xfrm>
              <a:off x="647700" y="1952625"/>
              <a:ext cx="7972425" cy="285900"/>
              <a:chOff x="647700" y="1952625"/>
              <a:chExt cx="7972425" cy="285900"/>
            </a:xfrm>
          </p:grpSpPr>
          <p:sp>
            <p:nvSpPr>
              <p:cNvPr id="221" name="Google Shape;221;p32"/>
              <p:cNvSpPr/>
              <p:nvPr/>
            </p:nvSpPr>
            <p:spPr>
              <a:xfrm>
                <a:off x="647700" y="1981200"/>
                <a:ext cx="228600" cy="228600"/>
              </a:xfrm>
              <a:prstGeom prst="ellipse">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32"/>
              <p:cNvSpPr txBox="1"/>
              <p:nvPr/>
            </p:nvSpPr>
            <p:spPr>
              <a:xfrm>
                <a:off x="1000125" y="1952625"/>
                <a:ext cx="762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333333"/>
                    </a:solidFill>
                    <a:latin typeface="Arial"/>
                    <a:ea typeface="Arial"/>
                    <a:cs typeface="Arial"/>
                    <a:sym typeface="Arial"/>
                  </a:rPr>
                  <a:t>03. Exploratory Data Analysis (EDA)</a:t>
                </a:r>
                <a:endParaRPr b="1" sz="1600">
                  <a:solidFill>
                    <a:srgbClr val="333333"/>
                  </a:solidFill>
                  <a:latin typeface="Arial"/>
                  <a:ea typeface="Arial"/>
                  <a:cs typeface="Arial"/>
                  <a:sym typeface="Arial"/>
                </a:endParaRPr>
              </a:p>
            </p:txBody>
          </p:sp>
        </p:grpSp>
        <p:grpSp>
          <p:nvGrpSpPr>
            <p:cNvPr id="223" name="Google Shape;223;p32"/>
            <p:cNvGrpSpPr/>
            <p:nvPr/>
          </p:nvGrpSpPr>
          <p:grpSpPr>
            <a:xfrm>
              <a:off x="647700" y="2333625"/>
              <a:ext cx="7972425" cy="285900"/>
              <a:chOff x="647700" y="2333625"/>
              <a:chExt cx="7972425" cy="285900"/>
            </a:xfrm>
          </p:grpSpPr>
          <p:sp>
            <p:nvSpPr>
              <p:cNvPr id="224" name="Google Shape;224;p32"/>
              <p:cNvSpPr/>
              <p:nvPr/>
            </p:nvSpPr>
            <p:spPr>
              <a:xfrm>
                <a:off x="647700" y="2362200"/>
                <a:ext cx="228600" cy="228600"/>
              </a:xfrm>
              <a:prstGeom prst="ellipse">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32"/>
              <p:cNvSpPr txBox="1"/>
              <p:nvPr/>
            </p:nvSpPr>
            <p:spPr>
              <a:xfrm>
                <a:off x="1000125" y="2333625"/>
                <a:ext cx="762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333333"/>
                    </a:solidFill>
                    <a:latin typeface="Arial"/>
                    <a:ea typeface="Arial"/>
                    <a:cs typeface="Arial"/>
                    <a:sym typeface="Arial"/>
                  </a:rPr>
                  <a:t>04. Methodology (Preprocessing &amp; Feature Selection)</a:t>
                </a:r>
                <a:endParaRPr b="1" sz="1600">
                  <a:solidFill>
                    <a:srgbClr val="333333"/>
                  </a:solidFill>
                  <a:latin typeface="Arial"/>
                  <a:ea typeface="Arial"/>
                  <a:cs typeface="Arial"/>
                  <a:sym typeface="Arial"/>
                </a:endParaRPr>
              </a:p>
            </p:txBody>
          </p:sp>
        </p:grpSp>
        <p:grpSp>
          <p:nvGrpSpPr>
            <p:cNvPr id="226" name="Google Shape;226;p32"/>
            <p:cNvGrpSpPr/>
            <p:nvPr/>
          </p:nvGrpSpPr>
          <p:grpSpPr>
            <a:xfrm>
              <a:off x="647700" y="2714625"/>
              <a:ext cx="7972425" cy="285900"/>
              <a:chOff x="647700" y="2714625"/>
              <a:chExt cx="7972425" cy="285900"/>
            </a:xfrm>
          </p:grpSpPr>
          <p:sp>
            <p:nvSpPr>
              <p:cNvPr id="227" name="Google Shape;227;p32"/>
              <p:cNvSpPr/>
              <p:nvPr/>
            </p:nvSpPr>
            <p:spPr>
              <a:xfrm>
                <a:off x="647700" y="2743200"/>
                <a:ext cx="228600" cy="228600"/>
              </a:xfrm>
              <a:prstGeom prst="ellipse">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32"/>
              <p:cNvSpPr txBox="1"/>
              <p:nvPr/>
            </p:nvSpPr>
            <p:spPr>
              <a:xfrm>
                <a:off x="1000125" y="2714625"/>
                <a:ext cx="762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333333"/>
                    </a:solidFill>
                    <a:latin typeface="Arial"/>
                    <a:ea typeface="Arial"/>
                    <a:cs typeface="Arial"/>
                    <a:sym typeface="Arial"/>
                  </a:rPr>
                  <a:t>05. Implementation (Modeling Approach)</a:t>
                </a:r>
                <a:endParaRPr b="1" sz="1600">
                  <a:solidFill>
                    <a:srgbClr val="333333"/>
                  </a:solidFill>
                  <a:latin typeface="Arial"/>
                  <a:ea typeface="Arial"/>
                  <a:cs typeface="Arial"/>
                  <a:sym typeface="Arial"/>
                </a:endParaRPr>
              </a:p>
            </p:txBody>
          </p:sp>
        </p:grpSp>
        <p:grpSp>
          <p:nvGrpSpPr>
            <p:cNvPr id="229" name="Google Shape;229;p32"/>
            <p:cNvGrpSpPr/>
            <p:nvPr/>
          </p:nvGrpSpPr>
          <p:grpSpPr>
            <a:xfrm>
              <a:off x="647700" y="3095625"/>
              <a:ext cx="7972425" cy="285900"/>
              <a:chOff x="647700" y="3095625"/>
              <a:chExt cx="7972425" cy="285900"/>
            </a:xfrm>
          </p:grpSpPr>
          <p:sp>
            <p:nvSpPr>
              <p:cNvPr id="230" name="Google Shape;230;p32"/>
              <p:cNvSpPr/>
              <p:nvPr/>
            </p:nvSpPr>
            <p:spPr>
              <a:xfrm>
                <a:off x="647700" y="3124200"/>
                <a:ext cx="228600" cy="228600"/>
              </a:xfrm>
              <a:prstGeom prst="ellipse">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32"/>
              <p:cNvSpPr txBox="1"/>
              <p:nvPr/>
            </p:nvSpPr>
            <p:spPr>
              <a:xfrm>
                <a:off x="1000125" y="3095625"/>
                <a:ext cx="762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333333"/>
                    </a:solidFill>
                    <a:latin typeface="Arial"/>
                    <a:ea typeface="Arial"/>
                    <a:cs typeface="Arial"/>
                    <a:sym typeface="Arial"/>
                  </a:rPr>
                  <a:t>06. Results and Evaluations</a:t>
                </a:r>
                <a:endParaRPr b="1" sz="1600">
                  <a:solidFill>
                    <a:srgbClr val="333333"/>
                  </a:solidFill>
                  <a:latin typeface="Arial"/>
                  <a:ea typeface="Arial"/>
                  <a:cs typeface="Arial"/>
                  <a:sym typeface="Arial"/>
                </a:endParaRPr>
              </a:p>
            </p:txBody>
          </p:sp>
        </p:grpSp>
        <p:grpSp>
          <p:nvGrpSpPr>
            <p:cNvPr id="232" name="Google Shape;232;p32"/>
            <p:cNvGrpSpPr/>
            <p:nvPr/>
          </p:nvGrpSpPr>
          <p:grpSpPr>
            <a:xfrm>
              <a:off x="647700" y="3476625"/>
              <a:ext cx="7972425" cy="285900"/>
              <a:chOff x="647700" y="3476625"/>
              <a:chExt cx="7972425" cy="285900"/>
            </a:xfrm>
          </p:grpSpPr>
          <p:sp>
            <p:nvSpPr>
              <p:cNvPr id="233" name="Google Shape;233;p32"/>
              <p:cNvSpPr/>
              <p:nvPr/>
            </p:nvSpPr>
            <p:spPr>
              <a:xfrm>
                <a:off x="647700" y="3505200"/>
                <a:ext cx="228600" cy="228600"/>
              </a:xfrm>
              <a:prstGeom prst="ellipse">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 name="Google Shape;234;p32"/>
              <p:cNvSpPr txBox="1"/>
              <p:nvPr/>
            </p:nvSpPr>
            <p:spPr>
              <a:xfrm>
                <a:off x="1000125" y="3476625"/>
                <a:ext cx="762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333333"/>
                    </a:solidFill>
                    <a:latin typeface="Arial"/>
                    <a:ea typeface="Arial"/>
                    <a:cs typeface="Arial"/>
                    <a:sym typeface="Arial"/>
                  </a:rPr>
                  <a:t>07. Business Strategy &amp; Recommendations</a:t>
                </a:r>
                <a:endParaRPr b="1" sz="1600">
                  <a:solidFill>
                    <a:srgbClr val="333333"/>
                  </a:solidFill>
                  <a:latin typeface="Arial"/>
                  <a:ea typeface="Arial"/>
                  <a:cs typeface="Arial"/>
                  <a:sym typeface="Arial"/>
                </a:endParaRPr>
              </a:p>
            </p:txBody>
          </p:sp>
        </p:grpSp>
        <p:grpSp>
          <p:nvGrpSpPr>
            <p:cNvPr id="235" name="Google Shape;235;p32"/>
            <p:cNvGrpSpPr/>
            <p:nvPr/>
          </p:nvGrpSpPr>
          <p:grpSpPr>
            <a:xfrm>
              <a:off x="647700" y="3857625"/>
              <a:ext cx="7972425" cy="285900"/>
              <a:chOff x="647700" y="3857625"/>
              <a:chExt cx="7972425" cy="285900"/>
            </a:xfrm>
          </p:grpSpPr>
          <p:sp>
            <p:nvSpPr>
              <p:cNvPr id="236" name="Google Shape;236;p32"/>
              <p:cNvSpPr/>
              <p:nvPr/>
            </p:nvSpPr>
            <p:spPr>
              <a:xfrm>
                <a:off x="647700" y="3886200"/>
                <a:ext cx="228600" cy="228600"/>
              </a:xfrm>
              <a:prstGeom prst="ellipse">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32"/>
              <p:cNvSpPr txBox="1"/>
              <p:nvPr/>
            </p:nvSpPr>
            <p:spPr>
              <a:xfrm>
                <a:off x="1000125" y="3857625"/>
                <a:ext cx="762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333333"/>
                    </a:solidFill>
                    <a:latin typeface="Arial"/>
                    <a:ea typeface="Arial"/>
                    <a:cs typeface="Arial"/>
                    <a:sym typeface="Arial"/>
                  </a:rPr>
                  <a:t>08. Conclusions &amp; Future Steps</a:t>
                </a:r>
                <a:endParaRPr b="1" sz="1600">
                  <a:solidFill>
                    <a:srgbClr val="333333"/>
                  </a:solidFill>
                  <a:latin typeface="Arial"/>
                  <a:ea typeface="Arial"/>
                  <a:cs typeface="Arial"/>
                  <a:sym typeface="Arial"/>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cxnSp>
        <p:nvCxnSpPr>
          <p:cNvPr id="242" name="Google Shape;242;p33"/>
          <p:cNvCxnSpPr/>
          <p:nvPr/>
        </p:nvCxnSpPr>
        <p:spPr>
          <a:xfrm>
            <a:off x="456879" y="561499"/>
            <a:ext cx="8230200" cy="0"/>
          </a:xfrm>
          <a:prstGeom prst="straightConnector1">
            <a:avLst/>
          </a:prstGeom>
          <a:solidFill>
            <a:schemeClr val="accent1"/>
          </a:solidFill>
          <a:ln cap="flat" cmpd="sng" w="25400">
            <a:solidFill>
              <a:srgbClr val="7F7F7F"/>
            </a:solidFill>
            <a:prstDash val="solid"/>
            <a:round/>
            <a:headEnd len="sm" w="sm" type="none"/>
            <a:tailEnd len="sm" w="sm" type="none"/>
          </a:ln>
        </p:spPr>
      </p:cxnSp>
      <p:sp>
        <p:nvSpPr>
          <p:cNvPr id="243" name="Google Shape;243;p33"/>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p>
            <a:pPr indent="0" lvl="0" marL="0" rtl="0" algn="r">
              <a:spcBef>
                <a:spcPts val="0"/>
              </a:spcBef>
              <a:spcAft>
                <a:spcPts val="0"/>
              </a:spcAft>
              <a:buNone/>
            </a:pPr>
            <a:fld id="{00000000-1234-1234-1234-123412341234}" type="slidenum">
              <a:rPr lang="en-US"/>
              <a:t>‹#›</a:t>
            </a:fld>
            <a:endParaRPr/>
          </a:p>
        </p:txBody>
      </p:sp>
      <p:sp>
        <p:nvSpPr>
          <p:cNvPr id="244" name="Google Shape;244;p33"/>
          <p:cNvSpPr txBox="1"/>
          <p:nvPr>
            <p:ph idx="1" type="body"/>
          </p:nvPr>
        </p:nvSpPr>
        <p:spPr>
          <a:xfrm>
            <a:off x="459380" y="701040"/>
            <a:ext cx="3810000" cy="3806100"/>
          </a:xfrm>
          <a:prstGeom prst="rect">
            <a:avLst/>
          </a:prstGeom>
          <a:solidFill>
            <a:srgbClr val="000000">
              <a:alpha val="0"/>
            </a:srgbClr>
          </a:solidFill>
          <a:ln>
            <a:noFill/>
          </a:ln>
        </p:spPr>
        <p:txBody>
          <a:bodyPr anchorCtr="0" anchor="t" bIns="40775" lIns="81600" spcFirstLastPara="1" rIns="81600" wrap="square" tIns="40775">
            <a:normAutofit/>
          </a:bodyPr>
          <a:lstStyle/>
          <a:p>
            <a:pPr indent="0" lvl="0" marL="0" rtl="0" algn="l">
              <a:spcBef>
                <a:spcPts val="360"/>
              </a:spcBef>
              <a:spcAft>
                <a:spcPts val="0"/>
              </a:spcAft>
              <a:buNone/>
            </a:pPr>
            <a:r>
              <a:rPr b="1" lang="en-US" sz="1600">
                <a:solidFill>
                  <a:srgbClr val="E7191C"/>
                </a:solidFill>
                <a:latin typeface="Arial"/>
                <a:ea typeface="Arial"/>
                <a:cs typeface="Arial"/>
                <a:sym typeface="Arial"/>
              </a:rPr>
              <a:t>The Challenge:</a:t>
            </a:r>
            <a:r>
              <a:rPr lang="en-US" sz="1600">
                <a:solidFill>
                  <a:srgbClr val="333333"/>
                </a:solidFill>
                <a:latin typeface="Arial"/>
                <a:ea typeface="Arial"/>
                <a:cs typeface="Arial"/>
                <a:sym typeface="Arial"/>
              </a:rPr>
              <a:t> Telecommunications companies face significant revenue loss due to customer churn.</a:t>
            </a:r>
            <a:endParaRPr sz="1600">
              <a:solidFill>
                <a:srgbClr val="333333"/>
              </a:solidFill>
              <a:latin typeface="Arial"/>
              <a:ea typeface="Arial"/>
              <a:cs typeface="Arial"/>
              <a:sym typeface="Arial"/>
            </a:endParaRPr>
          </a:p>
          <a:p>
            <a:pPr indent="0" lvl="0" marL="0" rtl="0" algn="l">
              <a:spcBef>
                <a:spcPts val="1500"/>
              </a:spcBef>
              <a:spcAft>
                <a:spcPts val="0"/>
              </a:spcAft>
              <a:buNone/>
            </a:pPr>
            <a:r>
              <a:rPr b="1" lang="en-US" sz="1600">
                <a:solidFill>
                  <a:srgbClr val="E7191C"/>
                </a:solidFill>
                <a:latin typeface="Arial"/>
                <a:ea typeface="Arial"/>
                <a:cs typeface="Arial"/>
                <a:sym typeface="Arial"/>
              </a:rPr>
              <a:t>The Goal:</a:t>
            </a:r>
            <a:r>
              <a:rPr lang="en-US" sz="1600">
                <a:solidFill>
                  <a:srgbClr val="333333"/>
                </a:solidFill>
                <a:latin typeface="Arial"/>
                <a:ea typeface="Arial"/>
                <a:cs typeface="Arial"/>
                <a:sym typeface="Arial"/>
              </a:rPr>
              <a:t> Develop a predictive machine learning model to identify high-risk customers before they leave.</a:t>
            </a:r>
            <a:endParaRPr sz="1600">
              <a:solidFill>
                <a:srgbClr val="333333"/>
              </a:solidFill>
              <a:latin typeface="Arial"/>
              <a:ea typeface="Arial"/>
              <a:cs typeface="Arial"/>
              <a:sym typeface="Arial"/>
            </a:endParaRPr>
          </a:p>
          <a:p>
            <a:pPr indent="0" lvl="0" marL="0" rtl="0" algn="l">
              <a:spcBef>
                <a:spcPts val="1500"/>
              </a:spcBef>
              <a:spcAft>
                <a:spcPts val="0"/>
              </a:spcAft>
              <a:buNone/>
            </a:pPr>
            <a:r>
              <a:rPr b="1" lang="en-US" sz="1600">
                <a:solidFill>
                  <a:srgbClr val="E7191C"/>
                </a:solidFill>
                <a:latin typeface="Arial"/>
                <a:ea typeface="Arial"/>
                <a:cs typeface="Arial"/>
                <a:sym typeface="Arial"/>
              </a:rPr>
              <a:t>The Approach:</a:t>
            </a:r>
            <a:r>
              <a:rPr lang="en-US" sz="1600">
                <a:solidFill>
                  <a:srgbClr val="333333"/>
                </a:solidFill>
                <a:latin typeface="Arial"/>
                <a:ea typeface="Arial"/>
                <a:cs typeface="Arial"/>
                <a:sym typeface="Arial"/>
              </a:rPr>
              <a:t> Utilize historical customer data to uncover churning behaviors and design a proactive, data-driven retention strategy.</a:t>
            </a:r>
            <a:endParaRPr sz="1600">
              <a:solidFill>
                <a:srgbClr val="333333"/>
              </a:solidFill>
              <a:latin typeface="Arial"/>
              <a:ea typeface="Arial"/>
              <a:cs typeface="Arial"/>
              <a:sym typeface="Arial"/>
            </a:endParaRPr>
          </a:p>
        </p:txBody>
      </p:sp>
      <p:sp>
        <p:nvSpPr>
          <p:cNvPr id="245" name="Google Shape;245;p33"/>
          <p:cNvSpPr txBox="1"/>
          <p:nvPr>
            <p:ph type="title"/>
          </p:nvPr>
        </p:nvSpPr>
        <p:spPr>
          <a:xfrm>
            <a:off x="457200" y="0"/>
            <a:ext cx="8469900" cy="555600"/>
          </a:xfrm>
          <a:prstGeom prst="rect">
            <a:avLst/>
          </a:prstGeom>
          <a:noFill/>
          <a:ln>
            <a:noFill/>
          </a:ln>
        </p:spPr>
        <p:txBody>
          <a:bodyPr anchorCtr="0" anchor="b" bIns="40800" lIns="81625" spcFirstLastPara="1" rIns="81625" wrap="square" tIns="40800">
            <a:noAutofit/>
          </a:bodyPr>
          <a:lstStyle/>
          <a:p>
            <a:pPr indent="0" lvl="0" marL="0" rtl="0" algn="l">
              <a:spcBef>
                <a:spcPts val="0"/>
              </a:spcBef>
              <a:spcAft>
                <a:spcPts val="0"/>
              </a:spcAft>
              <a:buClr>
                <a:srgbClr val="E7191C"/>
              </a:buClr>
              <a:buSzPts val="2400"/>
              <a:buFont typeface="Arial"/>
              <a:buNone/>
            </a:pPr>
            <a:r>
              <a:rPr lang="en-US"/>
              <a:t>Introduction</a:t>
            </a:r>
            <a:endParaRPr/>
          </a:p>
        </p:txBody>
      </p:sp>
      <p:sp>
        <p:nvSpPr>
          <p:cNvPr id="246" name="Google Shape;246;p33"/>
          <p:cNvSpPr/>
          <p:nvPr/>
        </p:nvSpPr>
        <p:spPr>
          <a:xfrm>
            <a:off x="5689350" y="2397225"/>
            <a:ext cx="303600" cy="157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Stick figure cheering with his hand up thin line icon. Man with arms up outline style pictogram on white background. Stickman raise hands for mobile concept and web design. Vector graphics. (Provided by Getty Images)" id="247" name="Google Shape;247;p33"/>
          <p:cNvPicPr preferRelativeResize="0"/>
          <p:nvPr/>
        </p:nvPicPr>
        <p:blipFill>
          <a:blip r:embed="rId3">
            <a:alphaModFix/>
          </a:blip>
          <a:stretch>
            <a:fillRect/>
          </a:stretch>
        </p:blipFill>
        <p:spPr>
          <a:xfrm>
            <a:off x="4632150" y="2000863"/>
            <a:ext cx="950523" cy="950523"/>
          </a:xfrm>
          <a:prstGeom prst="rect">
            <a:avLst/>
          </a:prstGeom>
          <a:noFill/>
          <a:ln>
            <a:noFill/>
          </a:ln>
        </p:spPr>
      </p:pic>
      <p:sp>
        <p:nvSpPr>
          <p:cNvPr id="248" name="Google Shape;248;p33"/>
          <p:cNvSpPr/>
          <p:nvPr/>
        </p:nvSpPr>
        <p:spPr>
          <a:xfrm rot="-2700000">
            <a:off x="6140209" y="2237110"/>
            <a:ext cx="303773" cy="157826"/>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 name="Google Shape;249;p33"/>
          <p:cNvSpPr/>
          <p:nvPr/>
        </p:nvSpPr>
        <p:spPr>
          <a:xfrm rot="1522547">
            <a:off x="6148142" y="2536666"/>
            <a:ext cx="303813" cy="157807"/>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33"/>
          <p:cNvSpPr/>
          <p:nvPr/>
        </p:nvSpPr>
        <p:spPr>
          <a:xfrm>
            <a:off x="6607150" y="1768950"/>
            <a:ext cx="1054800" cy="492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Leave</a:t>
            </a:r>
            <a:endParaRPr/>
          </a:p>
        </p:txBody>
      </p:sp>
      <p:sp>
        <p:nvSpPr>
          <p:cNvPr id="251" name="Google Shape;251;p33"/>
          <p:cNvSpPr/>
          <p:nvPr/>
        </p:nvSpPr>
        <p:spPr>
          <a:xfrm>
            <a:off x="6623050" y="2555025"/>
            <a:ext cx="1054800" cy="492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Stay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cxnSp>
        <p:nvCxnSpPr>
          <p:cNvPr id="256" name="Google Shape;256;p34"/>
          <p:cNvCxnSpPr/>
          <p:nvPr/>
        </p:nvCxnSpPr>
        <p:spPr>
          <a:xfrm>
            <a:off x="456879" y="561499"/>
            <a:ext cx="8230200" cy="0"/>
          </a:xfrm>
          <a:prstGeom prst="straightConnector1">
            <a:avLst/>
          </a:prstGeom>
          <a:solidFill>
            <a:schemeClr val="accent1"/>
          </a:solidFill>
          <a:ln cap="flat" cmpd="sng" w="25400">
            <a:solidFill>
              <a:srgbClr val="7F7F7F"/>
            </a:solidFill>
            <a:prstDash val="solid"/>
            <a:round/>
            <a:headEnd len="sm" w="sm" type="none"/>
            <a:tailEnd len="sm" w="sm" type="none"/>
          </a:ln>
        </p:spPr>
      </p:cxnSp>
      <p:sp>
        <p:nvSpPr>
          <p:cNvPr id="257" name="Google Shape;257;p34"/>
          <p:cNvSpPr txBox="1"/>
          <p:nvPr>
            <p:ph type="title"/>
          </p:nvPr>
        </p:nvSpPr>
        <p:spPr>
          <a:xfrm>
            <a:off x="457199" y="0"/>
            <a:ext cx="8369100" cy="555600"/>
          </a:xfrm>
          <a:prstGeom prst="rect">
            <a:avLst/>
          </a:prstGeom>
          <a:noFill/>
          <a:ln>
            <a:noFill/>
          </a:ln>
        </p:spPr>
        <p:txBody>
          <a:bodyPr anchorCtr="0" anchor="b" bIns="40800" lIns="81625" spcFirstLastPara="1" rIns="81625" wrap="square" tIns="40800">
            <a:noAutofit/>
          </a:bodyPr>
          <a:lstStyle/>
          <a:p>
            <a:pPr indent="0" lvl="0" marL="0" rtl="0" algn="l">
              <a:spcBef>
                <a:spcPts val="0"/>
              </a:spcBef>
              <a:spcAft>
                <a:spcPts val="0"/>
              </a:spcAft>
              <a:buClr>
                <a:srgbClr val="E7191C"/>
              </a:buClr>
              <a:buSzPts val="2400"/>
              <a:buFont typeface="Arial"/>
              <a:buNone/>
            </a:pPr>
            <a:r>
              <a:rPr lang="en-US"/>
              <a:t>Background - The Dataset</a:t>
            </a:r>
            <a:endParaRPr/>
          </a:p>
        </p:txBody>
      </p:sp>
      <p:grpSp>
        <p:nvGrpSpPr>
          <p:cNvPr id="258" name="Google Shape;258;p34"/>
          <p:cNvGrpSpPr/>
          <p:nvPr/>
        </p:nvGrpSpPr>
        <p:grpSpPr>
          <a:xfrm>
            <a:off x="457200" y="952500"/>
            <a:ext cx="8230200" cy="3402000"/>
            <a:chOff x="457200" y="952500"/>
            <a:chExt cx="8230200" cy="3402000"/>
          </a:xfrm>
        </p:grpSpPr>
        <p:sp>
          <p:nvSpPr>
            <p:cNvPr id="259" name="Google Shape;259;p34"/>
            <p:cNvSpPr/>
            <p:nvPr/>
          </p:nvSpPr>
          <p:spPr>
            <a:xfrm>
              <a:off x="457200" y="952500"/>
              <a:ext cx="8230200" cy="3402000"/>
            </a:xfrm>
            <a:prstGeom prst="roundRect">
              <a:avLst>
                <a:gd fmla="val 2631"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34"/>
            <p:cNvSpPr txBox="1"/>
            <p:nvPr/>
          </p:nvSpPr>
          <p:spPr>
            <a:xfrm>
              <a:off x="647700" y="1095375"/>
              <a:ext cx="78486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333333"/>
                  </a:solidFill>
                  <a:latin typeface="Arial"/>
                  <a:ea typeface="Arial"/>
                  <a:cs typeface="Arial"/>
                  <a:sym typeface="Arial"/>
                </a:rPr>
                <a:t>Dataset Overview: Telco Customer Churn</a:t>
              </a:r>
              <a:endParaRPr b="1" sz="1800">
                <a:solidFill>
                  <a:srgbClr val="333333"/>
                </a:solidFill>
                <a:latin typeface="Arial"/>
                <a:ea typeface="Arial"/>
                <a:cs typeface="Arial"/>
                <a:sym typeface="Arial"/>
              </a:endParaRPr>
            </a:p>
          </p:txBody>
        </p:sp>
        <p:grpSp>
          <p:nvGrpSpPr>
            <p:cNvPr id="261" name="Google Shape;261;p34"/>
            <p:cNvGrpSpPr/>
            <p:nvPr/>
          </p:nvGrpSpPr>
          <p:grpSpPr>
            <a:xfrm>
              <a:off x="647700" y="1571625"/>
              <a:ext cx="7848600" cy="571500"/>
              <a:chOff x="647700" y="1571625"/>
              <a:chExt cx="7848600" cy="571500"/>
            </a:xfrm>
          </p:grpSpPr>
          <p:sp>
            <p:nvSpPr>
              <p:cNvPr id="262" name="Google Shape;262;p34"/>
              <p:cNvSpPr/>
              <p:nvPr/>
            </p:nvSpPr>
            <p:spPr>
              <a:xfrm>
                <a:off x="647700" y="1571625"/>
                <a:ext cx="3810000" cy="571500"/>
              </a:xfrm>
              <a:prstGeom prst="roundRect">
                <a:avLst>
                  <a:gd fmla="val 833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34"/>
              <p:cNvSpPr txBox="1"/>
              <p:nvPr/>
            </p:nvSpPr>
            <p:spPr>
              <a:xfrm>
                <a:off x="742950" y="1571625"/>
                <a:ext cx="3619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E7191C"/>
                    </a:solidFill>
                    <a:latin typeface="Arial"/>
                    <a:ea typeface="Arial"/>
                    <a:cs typeface="Arial"/>
                    <a:sym typeface="Arial"/>
                  </a:rPr>
                  <a:t>Size</a:t>
                </a:r>
                <a:endParaRPr b="1" sz="1200">
                  <a:solidFill>
                    <a:srgbClr val="E7191C"/>
                  </a:solidFill>
                  <a:latin typeface="Arial"/>
                  <a:ea typeface="Arial"/>
                  <a:cs typeface="Arial"/>
                  <a:sym typeface="Arial"/>
                </a:endParaRPr>
              </a:p>
              <a:p>
                <a:pPr indent="0" lvl="0" marL="0" rtl="0" algn="l">
                  <a:spcBef>
                    <a:spcPts val="0"/>
                  </a:spcBef>
                  <a:spcAft>
                    <a:spcPts val="0"/>
                  </a:spcAft>
                  <a:buNone/>
                </a:pPr>
                <a:r>
                  <a:rPr lang="en-US" sz="1100">
                    <a:solidFill>
                      <a:srgbClr val="666666"/>
                    </a:solidFill>
                    <a:latin typeface="Arial"/>
                    <a:ea typeface="Arial"/>
                    <a:cs typeface="Arial"/>
                    <a:sym typeface="Arial"/>
                  </a:rPr>
                  <a:t>7,043 rows and 21 initial columns</a:t>
                </a:r>
                <a:endParaRPr sz="1100">
                  <a:solidFill>
                    <a:srgbClr val="666666"/>
                  </a:solidFill>
                  <a:latin typeface="Arial"/>
                  <a:ea typeface="Arial"/>
                  <a:cs typeface="Arial"/>
                  <a:sym typeface="Arial"/>
                </a:endParaRPr>
              </a:p>
            </p:txBody>
          </p:sp>
          <p:sp>
            <p:nvSpPr>
              <p:cNvPr id="264" name="Google Shape;264;p34"/>
              <p:cNvSpPr/>
              <p:nvPr/>
            </p:nvSpPr>
            <p:spPr>
              <a:xfrm>
                <a:off x="4686300" y="1571625"/>
                <a:ext cx="3810000" cy="571500"/>
              </a:xfrm>
              <a:prstGeom prst="roundRect">
                <a:avLst>
                  <a:gd fmla="val 833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34"/>
              <p:cNvSpPr txBox="1"/>
              <p:nvPr/>
            </p:nvSpPr>
            <p:spPr>
              <a:xfrm>
                <a:off x="4781550" y="1571625"/>
                <a:ext cx="3619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E7191C"/>
                    </a:solidFill>
                    <a:latin typeface="Arial"/>
                    <a:ea typeface="Arial"/>
                    <a:cs typeface="Arial"/>
                    <a:sym typeface="Arial"/>
                  </a:rPr>
                  <a:t>Target Variable</a:t>
                </a:r>
                <a:endParaRPr b="1" sz="1200">
                  <a:solidFill>
                    <a:srgbClr val="E7191C"/>
                  </a:solidFill>
                  <a:latin typeface="Arial"/>
                  <a:ea typeface="Arial"/>
                  <a:cs typeface="Arial"/>
                  <a:sym typeface="Arial"/>
                </a:endParaRPr>
              </a:p>
              <a:p>
                <a:pPr indent="0" lvl="0" marL="0" rtl="0" algn="l">
                  <a:spcBef>
                    <a:spcPts val="0"/>
                  </a:spcBef>
                  <a:spcAft>
                    <a:spcPts val="0"/>
                  </a:spcAft>
                  <a:buNone/>
                </a:pPr>
                <a:r>
                  <a:rPr lang="en-US" sz="1100">
                    <a:solidFill>
                      <a:srgbClr val="666666"/>
                    </a:solidFill>
                    <a:latin typeface="Arial"/>
                    <a:ea typeface="Arial"/>
                    <a:cs typeface="Arial"/>
                    <a:sym typeface="Arial"/>
                  </a:rPr>
                  <a:t>Churn (Binary: Yes/No)</a:t>
                </a:r>
                <a:endParaRPr sz="1100">
                  <a:solidFill>
                    <a:srgbClr val="666666"/>
                  </a:solidFill>
                  <a:latin typeface="Arial"/>
                  <a:ea typeface="Arial"/>
                  <a:cs typeface="Arial"/>
                  <a:sym typeface="Arial"/>
                </a:endParaRPr>
              </a:p>
            </p:txBody>
          </p:sp>
        </p:grpSp>
        <p:grpSp>
          <p:nvGrpSpPr>
            <p:cNvPr id="266" name="Google Shape;266;p34"/>
            <p:cNvGrpSpPr/>
            <p:nvPr/>
          </p:nvGrpSpPr>
          <p:grpSpPr>
            <a:xfrm>
              <a:off x="647700" y="2333625"/>
              <a:ext cx="7848675" cy="1809900"/>
              <a:chOff x="647700" y="2333625"/>
              <a:chExt cx="7848675" cy="1809900"/>
            </a:xfrm>
          </p:grpSpPr>
          <p:sp>
            <p:nvSpPr>
              <p:cNvPr id="267" name="Google Shape;267;p34"/>
              <p:cNvSpPr txBox="1"/>
              <p:nvPr/>
            </p:nvSpPr>
            <p:spPr>
              <a:xfrm>
                <a:off x="647700" y="2333625"/>
                <a:ext cx="78486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333333"/>
                    </a:solidFill>
                    <a:latin typeface="Arial"/>
                    <a:ea typeface="Arial"/>
                    <a:cs typeface="Arial"/>
                    <a:sym typeface="Arial"/>
                  </a:rPr>
                  <a:t>Feature Categories</a:t>
                </a:r>
                <a:endParaRPr b="1" sz="1400">
                  <a:solidFill>
                    <a:srgbClr val="333333"/>
                  </a:solidFill>
                  <a:latin typeface="Arial"/>
                  <a:ea typeface="Arial"/>
                  <a:cs typeface="Arial"/>
                  <a:sym typeface="Arial"/>
                </a:endParaRPr>
              </a:p>
            </p:txBody>
          </p:sp>
          <p:grpSp>
            <p:nvGrpSpPr>
              <p:cNvPr id="268" name="Google Shape;268;p34"/>
              <p:cNvGrpSpPr/>
              <p:nvPr/>
            </p:nvGrpSpPr>
            <p:grpSpPr>
              <a:xfrm>
                <a:off x="647700" y="2714625"/>
                <a:ext cx="7848675" cy="1428900"/>
                <a:chOff x="647700" y="2714625"/>
                <a:chExt cx="7848675" cy="1428900"/>
              </a:xfrm>
            </p:grpSpPr>
            <p:sp>
              <p:nvSpPr>
                <p:cNvPr id="269" name="Google Shape;269;p34"/>
                <p:cNvSpPr/>
                <p:nvPr/>
              </p:nvSpPr>
              <p:spPr>
                <a:xfrm>
                  <a:off x="647700" y="2714625"/>
                  <a:ext cx="2486100" cy="1428900"/>
                </a:xfrm>
                <a:prstGeom prst="roundRect">
                  <a:avLst>
                    <a:gd fmla="val 333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34"/>
                <p:cNvSpPr txBox="1"/>
                <p:nvPr/>
              </p:nvSpPr>
              <p:spPr>
                <a:xfrm>
                  <a:off x="742950" y="2809875"/>
                  <a:ext cx="22956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E7191C"/>
                      </a:solidFill>
                      <a:latin typeface="Arial"/>
                      <a:ea typeface="Arial"/>
                      <a:cs typeface="Arial"/>
                      <a:sym typeface="Arial"/>
                    </a:rPr>
                    <a:t>Customer Demographics</a:t>
                  </a:r>
                  <a:endParaRPr b="1" sz="1100">
                    <a:solidFill>
                      <a:srgbClr val="E7191C"/>
                    </a:solidFill>
                    <a:latin typeface="Arial"/>
                    <a:ea typeface="Arial"/>
                    <a:cs typeface="Arial"/>
                    <a:sym typeface="Arial"/>
                  </a:endParaRPr>
                </a:p>
                <a:p>
                  <a:pPr indent="0" lvl="0" marL="0" rtl="0" algn="l">
                    <a:spcBef>
                      <a:spcPts val="600"/>
                    </a:spcBef>
                    <a:spcAft>
                      <a:spcPts val="0"/>
                    </a:spcAft>
                    <a:buNone/>
                  </a:pPr>
                  <a:r>
                    <a:rPr lang="en-US" sz="1000">
                      <a:solidFill>
                        <a:srgbClr val="666666"/>
                      </a:solidFill>
                      <a:latin typeface="Arial"/>
                      <a:ea typeface="Arial"/>
                      <a:cs typeface="Arial"/>
                      <a:sym typeface="Arial"/>
                    </a:rPr>
                    <a:t>Seniority, Partner, Dependents</a:t>
                  </a:r>
                  <a:endParaRPr sz="1000">
                    <a:solidFill>
                      <a:srgbClr val="666666"/>
                    </a:solidFill>
                    <a:latin typeface="Arial"/>
                    <a:ea typeface="Arial"/>
                    <a:cs typeface="Arial"/>
                    <a:sym typeface="Arial"/>
                  </a:endParaRPr>
                </a:p>
              </p:txBody>
            </p:sp>
            <p:sp>
              <p:nvSpPr>
                <p:cNvPr id="271" name="Google Shape;271;p34"/>
                <p:cNvSpPr/>
                <p:nvPr/>
              </p:nvSpPr>
              <p:spPr>
                <a:xfrm>
                  <a:off x="3328988" y="2714625"/>
                  <a:ext cx="2486100" cy="1428900"/>
                </a:xfrm>
                <a:prstGeom prst="roundRect">
                  <a:avLst>
                    <a:gd fmla="val 333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34"/>
                <p:cNvSpPr txBox="1"/>
                <p:nvPr/>
              </p:nvSpPr>
              <p:spPr>
                <a:xfrm>
                  <a:off x="3424238" y="2809875"/>
                  <a:ext cx="22956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E7191C"/>
                      </a:solidFill>
                      <a:latin typeface="Arial"/>
                      <a:ea typeface="Arial"/>
                      <a:cs typeface="Arial"/>
                      <a:sym typeface="Arial"/>
                    </a:rPr>
                    <a:t>Account Information</a:t>
                  </a:r>
                  <a:endParaRPr b="1" sz="1100">
                    <a:solidFill>
                      <a:srgbClr val="E7191C"/>
                    </a:solidFill>
                    <a:latin typeface="Arial"/>
                    <a:ea typeface="Arial"/>
                    <a:cs typeface="Arial"/>
                    <a:sym typeface="Arial"/>
                  </a:endParaRPr>
                </a:p>
                <a:p>
                  <a:pPr indent="0" lvl="0" marL="0" rtl="0" algn="l">
                    <a:spcBef>
                      <a:spcPts val="600"/>
                    </a:spcBef>
                    <a:spcAft>
                      <a:spcPts val="0"/>
                    </a:spcAft>
                    <a:buNone/>
                  </a:pPr>
                  <a:r>
                    <a:rPr lang="en-US" sz="1000">
                      <a:solidFill>
                        <a:srgbClr val="666666"/>
                      </a:solidFill>
                      <a:latin typeface="Arial"/>
                      <a:ea typeface="Arial"/>
                      <a:cs typeface="Arial"/>
                      <a:sym typeface="Arial"/>
                    </a:rPr>
                    <a:t>Contract type, Payment Method, Tenure, Charges</a:t>
                  </a:r>
                  <a:endParaRPr sz="1000">
                    <a:solidFill>
                      <a:srgbClr val="666666"/>
                    </a:solidFill>
                    <a:latin typeface="Arial"/>
                    <a:ea typeface="Arial"/>
                    <a:cs typeface="Arial"/>
                    <a:sym typeface="Arial"/>
                  </a:endParaRPr>
                </a:p>
              </p:txBody>
            </p:sp>
            <p:sp>
              <p:nvSpPr>
                <p:cNvPr id="273" name="Google Shape;273;p34"/>
                <p:cNvSpPr/>
                <p:nvPr/>
              </p:nvSpPr>
              <p:spPr>
                <a:xfrm>
                  <a:off x="6010275" y="2714625"/>
                  <a:ext cx="2486100" cy="1428900"/>
                </a:xfrm>
                <a:prstGeom prst="roundRect">
                  <a:avLst>
                    <a:gd fmla="val 333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 name="Google Shape;274;p34"/>
                <p:cNvSpPr txBox="1"/>
                <p:nvPr/>
              </p:nvSpPr>
              <p:spPr>
                <a:xfrm>
                  <a:off x="6105525" y="2809875"/>
                  <a:ext cx="22956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E7191C"/>
                      </a:solidFill>
                      <a:latin typeface="Arial"/>
                      <a:ea typeface="Arial"/>
                      <a:cs typeface="Arial"/>
                      <a:sym typeface="Arial"/>
                    </a:rPr>
                    <a:t>Services Subscribed</a:t>
                  </a:r>
                  <a:endParaRPr b="1" sz="1100">
                    <a:solidFill>
                      <a:srgbClr val="E7191C"/>
                    </a:solidFill>
                    <a:latin typeface="Arial"/>
                    <a:ea typeface="Arial"/>
                    <a:cs typeface="Arial"/>
                    <a:sym typeface="Arial"/>
                  </a:endParaRPr>
                </a:p>
                <a:p>
                  <a:pPr indent="0" lvl="0" marL="0" rtl="0" algn="l">
                    <a:spcBef>
                      <a:spcPts val="600"/>
                    </a:spcBef>
                    <a:spcAft>
                      <a:spcPts val="0"/>
                    </a:spcAft>
                    <a:buNone/>
                  </a:pPr>
                  <a:r>
                    <a:rPr lang="en-US" sz="1000">
                      <a:solidFill>
                        <a:srgbClr val="666666"/>
                      </a:solidFill>
                      <a:latin typeface="Arial"/>
                      <a:ea typeface="Arial"/>
                      <a:cs typeface="Arial"/>
                      <a:sym typeface="Arial"/>
                    </a:rPr>
                    <a:t>Internet Service, Streaming TV/Movies, Tech Support, Security</a:t>
                  </a:r>
                  <a:endParaRPr sz="1000">
                    <a:solidFill>
                      <a:srgbClr val="666666"/>
                    </a:solidFill>
                    <a:latin typeface="Arial"/>
                    <a:ea typeface="Arial"/>
                    <a:cs typeface="Arial"/>
                    <a:sym typeface="Arial"/>
                  </a:endParaRPr>
                </a:p>
              </p:txBody>
            </p:sp>
          </p:gr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8" name="Shape 278"/>
        <p:cNvGrpSpPr/>
        <p:nvPr/>
      </p:nvGrpSpPr>
      <p:grpSpPr>
        <a:xfrm>
          <a:off x="0" y="0"/>
          <a:ext cx="0" cy="0"/>
          <a:chOff x="0" y="0"/>
          <a:chExt cx="0" cy="0"/>
        </a:xfrm>
      </p:grpSpPr>
      <p:sp>
        <p:nvSpPr>
          <p:cNvPr id="279" name="Google Shape;279;p35"/>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p>
            <a:pPr indent="0" lvl="0" marL="0" rtl="0" algn="r">
              <a:spcBef>
                <a:spcPts val="0"/>
              </a:spcBef>
              <a:spcAft>
                <a:spcPts val="0"/>
              </a:spcAft>
              <a:buNone/>
            </a:pPr>
            <a:fld id="{00000000-1234-1234-1234-123412341234}" type="slidenum">
              <a:rPr lang="en-US"/>
              <a:t>‹#›</a:t>
            </a:fld>
            <a:endParaRPr/>
          </a:p>
        </p:txBody>
      </p:sp>
      <p:grpSp>
        <p:nvGrpSpPr>
          <p:cNvPr id="280" name="Google Shape;280;p35"/>
          <p:cNvGrpSpPr/>
          <p:nvPr/>
        </p:nvGrpSpPr>
        <p:grpSpPr>
          <a:xfrm>
            <a:off x="0" y="0"/>
            <a:ext cx="9144000" cy="762000"/>
            <a:chOff x="0" y="0"/>
            <a:chExt cx="9144000" cy="762000"/>
          </a:xfrm>
        </p:grpSpPr>
        <p:sp>
          <p:nvSpPr>
            <p:cNvPr id="281" name="Google Shape;281;p35"/>
            <p:cNvSpPr/>
            <p:nvPr/>
          </p:nvSpPr>
          <p:spPr>
            <a:xfrm>
              <a:off x="0" y="0"/>
              <a:ext cx="9144000" cy="7620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82" name="Google Shape;282;p35"/>
            <p:cNvCxnSpPr/>
            <p:nvPr/>
          </p:nvCxnSpPr>
          <p:spPr>
            <a:xfrm>
              <a:off x="457200" y="762000"/>
              <a:ext cx="8229600" cy="0"/>
            </a:xfrm>
            <a:prstGeom prst="straightConnector1">
              <a:avLst/>
            </a:prstGeom>
            <a:solidFill>
              <a:srgbClr val="FFFFFF"/>
            </a:solidFill>
            <a:ln cap="flat" cmpd="sng" w="19050">
              <a:solidFill>
                <a:srgbClr val="E7191C"/>
              </a:solidFill>
              <a:prstDash val="solid"/>
              <a:round/>
              <a:headEnd len="sm" w="sm" type="none"/>
              <a:tailEnd len="sm" w="sm" type="none"/>
            </a:ln>
          </p:spPr>
        </p:cxnSp>
        <p:sp>
          <p:nvSpPr>
            <p:cNvPr id="283" name="Google Shape;283;p35"/>
            <p:cNvSpPr txBox="1"/>
            <p:nvPr/>
          </p:nvSpPr>
          <p:spPr>
            <a:xfrm>
              <a:off x="457200" y="0"/>
              <a:ext cx="82296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E7191C"/>
                  </a:solidFill>
                  <a:latin typeface="Arial"/>
                  <a:ea typeface="Arial"/>
                  <a:cs typeface="Arial"/>
                  <a:sym typeface="Arial"/>
                </a:rPr>
                <a:t>Exploratory Data Analysis (EDA) - Target Imbalance</a:t>
              </a:r>
              <a:endParaRPr b="1" sz="2400">
                <a:solidFill>
                  <a:srgbClr val="E7191C"/>
                </a:solidFill>
                <a:latin typeface="Arial"/>
                <a:ea typeface="Arial"/>
                <a:cs typeface="Arial"/>
                <a:sym typeface="Arial"/>
              </a:endParaRPr>
            </a:p>
          </p:txBody>
        </p:sp>
      </p:grpSp>
      <p:sp>
        <p:nvSpPr>
          <p:cNvPr id="284" name="Google Shape;284;p35"/>
          <p:cNvSpPr txBox="1"/>
          <p:nvPr/>
        </p:nvSpPr>
        <p:spPr>
          <a:xfrm>
            <a:off x="647700" y="1143000"/>
            <a:ext cx="36195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700">
                <a:solidFill>
                  <a:srgbClr val="E7191C"/>
                </a:solidFill>
                <a:latin typeface="Arial"/>
                <a:ea typeface="Arial"/>
                <a:cs typeface="Arial"/>
                <a:sym typeface="Arial"/>
              </a:rPr>
              <a:t>Class Imbalance &amp; Mitigation</a:t>
            </a:r>
            <a:endParaRPr b="1" sz="1700">
              <a:solidFill>
                <a:srgbClr val="E7191C"/>
              </a:solidFill>
              <a:latin typeface="Arial"/>
              <a:ea typeface="Arial"/>
              <a:cs typeface="Arial"/>
              <a:sym typeface="Arial"/>
            </a:endParaRPr>
          </a:p>
          <a:p>
            <a:pPr indent="0" lvl="0" marL="0" rtl="0" algn="l">
              <a:spcBef>
                <a:spcPts val="1200"/>
              </a:spcBef>
              <a:spcAft>
                <a:spcPts val="0"/>
              </a:spcAft>
              <a:buNone/>
            </a:pPr>
            <a:r>
              <a:rPr b="1" lang="en-US" sz="1200">
                <a:solidFill>
                  <a:srgbClr val="000000"/>
                </a:solidFill>
                <a:latin typeface="Arial"/>
                <a:ea typeface="Arial"/>
                <a:cs typeface="Arial"/>
                <a:sym typeface="Arial"/>
              </a:rPr>
              <a:t>Problem Identification</a:t>
            </a:r>
            <a:br>
              <a:rPr lang="en-US" sz="1500">
                <a:solidFill>
                  <a:srgbClr val="333333"/>
                </a:solidFill>
                <a:latin typeface="Arial"/>
                <a:ea typeface="Arial"/>
                <a:cs typeface="Arial"/>
                <a:sym typeface="Arial"/>
              </a:rPr>
            </a:br>
            <a:r>
              <a:rPr lang="en-US" sz="1150">
                <a:solidFill>
                  <a:srgbClr val="555555"/>
                </a:solidFill>
                <a:latin typeface="Arial"/>
                <a:ea typeface="Arial"/>
                <a:cs typeface="Arial"/>
                <a:sym typeface="Arial"/>
              </a:rPr>
              <a:t>The dataset shows a 3:1 imbalance favoring 'No Churn'.</a:t>
            </a:r>
            <a:endParaRPr sz="1500">
              <a:solidFill>
                <a:srgbClr val="333333"/>
              </a:solidFill>
              <a:latin typeface="Arial"/>
              <a:ea typeface="Arial"/>
              <a:cs typeface="Arial"/>
              <a:sym typeface="Arial"/>
            </a:endParaRPr>
          </a:p>
          <a:p>
            <a:pPr indent="0" lvl="0" marL="0" rtl="0" algn="l">
              <a:spcBef>
                <a:spcPts val="1400"/>
              </a:spcBef>
              <a:spcAft>
                <a:spcPts val="0"/>
              </a:spcAft>
              <a:buNone/>
            </a:pPr>
            <a:r>
              <a:rPr b="1" lang="en-US" sz="1200">
                <a:solidFill>
                  <a:srgbClr val="000000"/>
                </a:solidFill>
                <a:latin typeface="Arial"/>
                <a:ea typeface="Arial"/>
                <a:cs typeface="Arial"/>
                <a:sym typeface="Arial"/>
              </a:rPr>
              <a:t>Consequence</a:t>
            </a:r>
            <a:br>
              <a:rPr lang="en-US" sz="1500">
                <a:solidFill>
                  <a:srgbClr val="333333"/>
                </a:solidFill>
                <a:latin typeface="Arial"/>
                <a:ea typeface="Arial"/>
                <a:cs typeface="Arial"/>
                <a:sym typeface="Arial"/>
              </a:rPr>
            </a:br>
            <a:r>
              <a:rPr lang="en-US" sz="1150">
                <a:solidFill>
                  <a:srgbClr val="555555"/>
                </a:solidFill>
                <a:latin typeface="Arial"/>
                <a:ea typeface="Arial"/>
                <a:cs typeface="Arial"/>
                <a:sym typeface="Arial"/>
              </a:rPr>
              <a:t>Standard models will bias toward the majority class.</a:t>
            </a:r>
            <a:endParaRPr sz="1500">
              <a:solidFill>
                <a:srgbClr val="333333"/>
              </a:solidFill>
              <a:latin typeface="Arial"/>
              <a:ea typeface="Arial"/>
              <a:cs typeface="Arial"/>
              <a:sym typeface="Arial"/>
            </a:endParaRPr>
          </a:p>
          <a:p>
            <a:pPr indent="0" lvl="0" marL="0" rtl="0" algn="l">
              <a:spcBef>
                <a:spcPts val="1400"/>
              </a:spcBef>
              <a:spcAft>
                <a:spcPts val="0"/>
              </a:spcAft>
              <a:buNone/>
            </a:pPr>
            <a:r>
              <a:rPr b="1" lang="en-US" sz="1200">
                <a:solidFill>
                  <a:srgbClr val="000000"/>
                </a:solidFill>
                <a:latin typeface="Arial"/>
                <a:ea typeface="Arial"/>
                <a:cs typeface="Arial"/>
                <a:sym typeface="Arial"/>
              </a:rPr>
              <a:t>Proposed Solution</a:t>
            </a:r>
            <a:br>
              <a:rPr lang="en-US" sz="1500">
                <a:solidFill>
                  <a:srgbClr val="333333"/>
                </a:solidFill>
                <a:latin typeface="Arial"/>
                <a:ea typeface="Arial"/>
                <a:cs typeface="Arial"/>
                <a:sym typeface="Arial"/>
              </a:rPr>
            </a:br>
            <a:r>
              <a:rPr lang="en-US" sz="1150">
                <a:solidFill>
                  <a:srgbClr val="555555"/>
                </a:solidFill>
                <a:latin typeface="Arial"/>
                <a:ea typeface="Arial"/>
                <a:cs typeface="Arial"/>
                <a:sym typeface="Arial"/>
              </a:rPr>
              <a:t>Oversampling the minority class to achieve training parity.</a:t>
            </a:r>
            <a:endParaRPr sz="1500">
              <a:solidFill>
                <a:srgbClr val="333333"/>
              </a:solidFill>
              <a:latin typeface="Arial"/>
              <a:ea typeface="Arial"/>
              <a:cs typeface="Arial"/>
              <a:sym typeface="Arial"/>
            </a:endParaRPr>
          </a:p>
        </p:txBody>
      </p:sp>
      <p:grpSp>
        <p:nvGrpSpPr>
          <p:cNvPr id="285" name="Google Shape;285;p35"/>
          <p:cNvGrpSpPr/>
          <p:nvPr/>
        </p:nvGrpSpPr>
        <p:grpSpPr>
          <a:xfrm>
            <a:off x="4686300" y="952500"/>
            <a:ext cx="4000500" cy="3429000"/>
            <a:chOff x="4686300" y="952500"/>
            <a:chExt cx="4000500" cy="3429000"/>
          </a:xfrm>
        </p:grpSpPr>
        <p:sp>
          <p:nvSpPr>
            <p:cNvPr id="286" name="Google Shape;286;p35"/>
            <p:cNvSpPr/>
            <p:nvPr/>
          </p:nvSpPr>
          <p:spPr>
            <a:xfrm>
              <a:off x="4686300" y="952500"/>
              <a:ext cx="4000500" cy="3429000"/>
            </a:xfrm>
            <a:prstGeom prst="roundRect">
              <a:avLst>
                <a:gd fmla="val 2777" name="adj"/>
              </a:avLst>
            </a:prstGeom>
            <a:solidFill>
              <a:srgbClr val="FFFFFF"/>
            </a:solidFill>
            <a:ln cap="flat" cmpd="sng" w="9525">
              <a:solidFill>
                <a:srgbClr val="EEEE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35"/>
            <p:cNvSpPr txBox="1"/>
            <p:nvPr/>
          </p:nvSpPr>
          <p:spPr>
            <a:xfrm>
              <a:off x="4781550" y="1095375"/>
              <a:ext cx="38100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333333"/>
                  </a:solidFill>
                  <a:latin typeface="Arial"/>
                  <a:ea typeface="Arial"/>
                  <a:cs typeface="Arial"/>
                  <a:sym typeface="Arial"/>
                </a:rPr>
                <a:t>Churn Class Distribution</a:t>
              </a:r>
              <a:endParaRPr b="1" sz="1200">
                <a:solidFill>
                  <a:srgbClr val="333333"/>
                </a:solidFill>
                <a:latin typeface="Arial"/>
                <a:ea typeface="Arial"/>
                <a:cs typeface="Arial"/>
                <a:sym typeface="Arial"/>
              </a:endParaRPr>
            </a:p>
          </p:txBody>
        </p:sp>
        <p:sp>
          <p:nvSpPr>
            <p:cNvPr id="288" name="Google Shape;288;p35"/>
            <p:cNvSpPr txBox="1"/>
            <p:nvPr/>
          </p:nvSpPr>
          <p:spPr>
            <a:xfrm>
              <a:off x="4781550" y="3905250"/>
              <a:ext cx="3810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US" sz="900">
                  <a:solidFill>
                    <a:srgbClr val="777777"/>
                  </a:solidFill>
                  <a:latin typeface="Arial"/>
                  <a:ea typeface="Arial"/>
                  <a:cs typeface="Arial"/>
                  <a:sym typeface="Arial"/>
                </a:rPr>
                <a:t>countplot visualizing 'Yes' vs 'No' churn.</a:t>
              </a:r>
              <a:endParaRPr i="1" sz="900">
                <a:solidFill>
                  <a:srgbClr val="777777"/>
                </a:solidFill>
                <a:latin typeface="Arial"/>
                <a:ea typeface="Arial"/>
                <a:cs typeface="Arial"/>
                <a:sym typeface="Arial"/>
              </a:endParaRPr>
            </a:p>
          </p:txBody>
        </p:sp>
      </p:grpSp>
      <p:pic>
        <p:nvPicPr>
          <p:cNvPr id="289" name="Google Shape;289;p35"/>
          <p:cNvPicPr preferRelativeResize="0"/>
          <p:nvPr/>
        </p:nvPicPr>
        <p:blipFill rotWithShape="1">
          <a:blip r:embed="rId4">
            <a:alphaModFix/>
          </a:blip>
          <a:srcRect b="0" l="44635" r="0" t="0"/>
          <a:stretch/>
        </p:blipFill>
        <p:spPr>
          <a:xfrm>
            <a:off x="5031663" y="1424425"/>
            <a:ext cx="3309775" cy="2485175"/>
          </a:xfrm>
          <a:prstGeom prst="rect">
            <a:avLst/>
          </a:prstGeom>
          <a:solidFill>
            <a:srgbClr val="FFFFFF"/>
          </a:solidFill>
          <a:ln cap="flat" cmpd="sng" w="9525">
            <a:solidFill>
              <a:srgbClr val="EEEEEE"/>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3" name="Shape 293"/>
        <p:cNvGrpSpPr/>
        <p:nvPr/>
      </p:nvGrpSpPr>
      <p:grpSpPr>
        <a:xfrm>
          <a:off x="0" y="0"/>
          <a:ext cx="0" cy="0"/>
          <a:chOff x="0" y="0"/>
          <a:chExt cx="0" cy="0"/>
        </a:xfrm>
      </p:grpSpPr>
      <p:grpSp>
        <p:nvGrpSpPr>
          <p:cNvPr id="294" name="Google Shape;294;p36"/>
          <p:cNvGrpSpPr/>
          <p:nvPr/>
        </p:nvGrpSpPr>
        <p:grpSpPr>
          <a:xfrm>
            <a:off x="0" y="0"/>
            <a:ext cx="9144000" cy="762000"/>
            <a:chOff x="0" y="0"/>
            <a:chExt cx="9144000" cy="762000"/>
          </a:xfrm>
        </p:grpSpPr>
        <p:sp>
          <p:nvSpPr>
            <p:cNvPr id="295" name="Google Shape;295;p36"/>
            <p:cNvSpPr/>
            <p:nvPr/>
          </p:nvSpPr>
          <p:spPr>
            <a:xfrm>
              <a:off x="0" y="0"/>
              <a:ext cx="9144000" cy="7620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96" name="Google Shape;296;p36"/>
            <p:cNvCxnSpPr/>
            <p:nvPr/>
          </p:nvCxnSpPr>
          <p:spPr>
            <a:xfrm>
              <a:off x="0" y="762000"/>
              <a:ext cx="9144000" cy="0"/>
            </a:xfrm>
            <a:prstGeom prst="straightConnector1">
              <a:avLst/>
            </a:prstGeom>
            <a:solidFill>
              <a:srgbClr val="FFFFFF"/>
            </a:solidFill>
            <a:ln cap="flat" cmpd="sng" w="19050">
              <a:solidFill>
                <a:srgbClr val="E7191C"/>
              </a:solidFill>
              <a:prstDash val="solid"/>
              <a:round/>
              <a:headEnd len="sm" w="sm" type="none"/>
              <a:tailEnd len="sm" w="sm" type="none"/>
            </a:ln>
          </p:spPr>
        </p:cxnSp>
        <p:sp>
          <p:nvSpPr>
            <p:cNvPr id="297" name="Google Shape;297;p36"/>
            <p:cNvSpPr txBox="1"/>
            <p:nvPr/>
          </p:nvSpPr>
          <p:spPr>
            <a:xfrm>
              <a:off x="457200" y="0"/>
              <a:ext cx="82296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E7191C"/>
                  </a:solidFill>
                  <a:latin typeface="Arial"/>
                  <a:ea typeface="Arial"/>
                  <a:cs typeface="Arial"/>
                  <a:sym typeface="Arial"/>
                </a:rPr>
                <a:t>Exploratory Data Analysis (EDA) - Key Drivers</a:t>
              </a:r>
              <a:endParaRPr b="1" sz="2400">
                <a:solidFill>
                  <a:srgbClr val="E7191C"/>
                </a:solidFill>
                <a:latin typeface="Arial"/>
                <a:ea typeface="Arial"/>
                <a:cs typeface="Arial"/>
                <a:sym typeface="Arial"/>
              </a:endParaRPr>
            </a:p>
          </p:txBody>
        </p:sp>
      </p:grpSp>
      <p:sp>
        <p:nvSpPr>
          <p:cNvPr id="298" name="Google Shape;298;p36"/>
          <p:cNvSpPr txBox="1"/>
          <p:nvPr/>
        </p:nvSpPr>
        <p:spPr>
          <a:xfrm>
            <a:off x="457200" y="952500"/>
            <a:ext cx="82296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333333"/>
                </a:solidFill>
                <a:latin typeface="Arial"/>
                <a:ea typeface="Arial"/>
                <a:cs typeface="Arial"/>
                <a:sym typeface="Arial"/>
              </a:rPr>
              <a:t>Highest churn is concentrated in specific customer segments:</a:t>
            </a:r>
            <a:endParaRPr b="1" sz="1600">
              <a:solidFill>
                <a:srgbClr val="333333"/>
              </a:solidFill>
              <a:latin typeface="Arial"/>
              <a:ea typeface="Arial"/>
              <a:cs typeface="Arial"/>
              <a:sym typeface="Arial"/>
            </a:endParaRPr>
          </a:p>
        </p:txBody>
      </p:sp>
      <p:sp>
        <p:nvSpPr>
          <p:cNvPr id="299" name="Google Shape;299;p36"/>
          <p:cNvSpPr txBox="1"/>
          <p:nvPr/>
        </p:nvSpPr>
        <p:spPr>
          <a:xfrm>
            <a:off x="552450" y="2381250"/>
            <a:ext cx="40005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E7191C"/>
                </a:solidFill>
                <a:latin typeface="Arial"/>
                <a:ea typeface="Arial"/>
                <a:cs typeface="Arial"/>
                <a:sym typeface="Arial"/>
              </a:rPr>
              <a:t>Services</a:t>
            </a:r>
            <a:endParaRPr b="1" sz="1200">
              <a:solidFill>
                <a:srgbClr val="E7191C"/>
              </a:solidFill>
              <a:latin typeface="Arial"/>
              <a:ea typeface="Arial"/>
              <a:cs typeface="Arial"/>
              <a:sym typeface="Arial"/>
            </a:endParaRPr>
          </a:p>
          <a:p>
            <a:pPr indent="0" lvl="0" marL="0" rtl="0" algn="l">
              <a:spcBef>
                <a:spcPts val="300"/>
              </a:spcBef>
              <a:spcAft>
                <a:spcPts val="0"/>
              </a:spcAft>
              <a:buNone/>
            </a:pPr>
            <a:r>
              <a:rPr lang="en-US" sz="1100">
                <a:solidFill>
                  <a:srgbClr val="333333"/>
                </a:solidFill>
                <a:latin typeface="Arial"/>
                <a:ea typeface="Arial"/>
                <a:cs typeface="Arial"/>
                <a:sym typeface="Arial"/>
              </a:rPr>
              <a:t>Fiber Optic internet users churn more than DSL users. Customers without Tech Support, Online Security, or Device Protection are highly vulnerable.</a:t>
            </a:r>
            <a:endParaRPr sz="1100">
              <a:solidFill>
                <a:srgbClr val="333333"/>
              </a:solidFill>
              <a:latin typeface="Arial"/>
              <a:ea typeface="Arial"/>
              <a:cs typeface="Arial"/>
              <a:sym typeface="Arial"/>
            </a:endParaRPr>
          </a:p>
        </p:txBody>
      </p:sp>
      <p:grpSp>
        <p:nvGrpSpPr>
          <p:cNvPr id="300" name="Google Shape;300;p36"/>
          <p:cNvGrpSpPr/>
          <p:nvPr/>
        </p:nvGrpSpPr>
        <p:grpSpPr>
          <a:xfrm>
            <a:off x="4953000" y="1428750"/>
            <a:ext cx="3733800" cy="2952900"/>
            <a:chOff x="4953000" y="1428750"/>
            <a:chExt cx="3733800" cy="2952900"/>
          </a:xfrm>
        </p:grpSpPr>
        <p:sp>
          <p:nvSpPr>
            <p:cNvPr id="301" name="Google Shape;301;p36"/>
            <p:cNvSpPr/>
            <p:nvPr/>
          </p:nvSpPr>
          <p:spPr>
            <a:xfrm>
              <a:off x="4953000" y="1428750"/>
              <a:ext cx="3733800" cy="2952900"/>
            </a:xfrm>
            <a:prstGeom prst="roundRect">
              <a:avLst>
                <a:gd fmla="val 2580" name="adj"/>
              </a:avLst>
            </a:prstGeom>
            <a:solidFill>
              <a:srgbClr val="FFFFFF"/>
            </a:solidFill>
            <a:ln cap="flat" cmpd="sng" w="9525">
              <a:solidFill>
                <a:srgbClr val="EEEE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36"/>
            <p:cNvSpPr txBox="1"/>
            <p:nvPr/>
          </p:nvSpPr>
          <p:spPr>
            <a:xfrm>
              <a:off x="5048250" y="1524000"/>
              <a:ext cx="35433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333333"/>
                  </a:solidFill>
                  <a:latin typeface="Arial"/>
                  <a:ea typeface="Arial"/>
                  <a:cs typeface="Arial"/>
                  <a:sym typeface="Arial"/>
                </a:rPr>
                <a:t>Tenure Distribution (Churn Drivers)</a:t>
              </a:r>
              <a:endParaRPr b="1" sz="1200">
                <a:solidFill>
                  <a:srgbClr val="333333"/>
                </a:solidFill>
                <a:latin typeface="Arial"/>
                <a:ea typeface="Arial"/>
                <a:cs typeface="Arial"/>
                <a:sym typeface="Arial"/>
              </a:endParaRPr>
            </a:p>
          </p:txBody>
        </p:sp>
        <p:pic>
          <p:nvPicPr>
            <p:cNvPr id="303" name="Google Shape;303;p36"/>
            <p:cNvPicPr preferRelativeResize="0"/>
            <p:nvPr/>
          </p:nvPicPr>
          <p:blipFill rotWithShape="1">
            <a:blip r:embed="rId4">
              <a:alphaModFix/>
            </a:blip>
            <a:srcRect b="0" l="0" r="0" t="44308"/>
            <a:stretch/>
          </p:blipFill>
          <p:spPr>
            <a:xfrm>
              <a:off x="5095875" y="1857375"/>
              <a:ext cx="3448200" cy="2286000"/>
            </a:xfrm>
            <a:prstGeom prst="rect">
              <a:avLst/>
            </a:prstGeom>
            <a:noFill/>
            <a:ln>
              <a:noFill/>
            </a:ln>
          </p:spPr>
        </p:pic>
        <p:sp>
          <p:nvSpPr>
            <p:cNvPr id="304" name="Google Shape;304;p36"/>
            <p:cNvSpPr txBox="1"/>
            <p:nvPr/>
          </p:nvSpPr>
          <p:spPr>
            <a:xfrm>
              <a:off x="5048250" y="4143375"/>
              <a:ext cx="35433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US" sz="900">
                  <a:solidFill>
                    <a:srgbClr val="777777"/>
                  </a:solidFill>
                  <a:latin typeface="Arial"/>
                  <a:ea typeface="Arial"/>
                  <a:cs typeface="Arial"/>
                  <a:sym typeface="Arial"/>
                </a:rPr>
                <a:t>Density plot showing high churn risk in early months.</a:t>
              </a:r>
              <a:endParaRPr i="1" sz="900">
                <a:solidFill>
                  <a:srgbClr val="777777"/>
                </a:solidFill>
                <a:latin typeface="Arial"/>
                <a:ea typeface="Arial"/>
                <a:cs typeface="Arial"/>
                <a:sym typeface="Arial"/>
              </a:endParaRPr>
            </a:p>
          </p:txBody>
        </p:sp>
      </p:grpSp>
      <p:sp>
        <p:nvSpPr>
          <p:cNvPr id="305" name="Google Shape;305;p36"/>
          <p:cNvSpPr txBox="1"/>
          <p:nvPr/>
        </p:nvSpPr>
        <p:spPr>
          <a:xfrm>
            <a:off x="552450" y="1428750"/>
            <a:ext cx="40005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E7191C"/>
                </a:solidFill>
                <a:latin typeface="Arial"/>
                <a:ea typeface="Arial"/>
                <a:cs typeface="Arial"/>
                <a:sym typeface="Arial"/>
              </a:rPr>
              <a:t>Contracts</a:t>
            </a:r>
            <a:endParaRPr b="1" sz="1200">
              <a:solidFill>
                <a:srgbClr val="E7191C"/>
              </a:solidFill>
              <a:latin typeface="Arial"/>
              <a:ea typeface="Arial"/>
              <a:cs typeface="Arial"/>
              <a:sym typeface="Arial"/>
            </a:endParaRPr>
          </a:p>
          <a:p>
            <a:pPr indent="0" lvl="0" marL="0" rtl="0" algn="l">
              <a:spcBef>
                <a:spcPts val="300"/>
              </a:spcBef>
              <a:spcAft>
                <a:spcPts val="0"/>
              </a:spcAft>
              <a:buNone/>
            </a:pPr>
            <a:r>
              <a:rPr lang="en-US" sz="1100">
                <a:solidFill>
                  <a:srgbClr val="333333"/>
                </a:solidFill>
                <a:latin typeface="Arial"/>
                <a:ea typeface="Arial"/>
                <a:cs typeface="Arial"/>
                <a:sym typeface="Arial"/>
              </a:rPr>
              <a:t>Month-to-Month contracts churn significantly more than 1 or 2-year contracts.</a:t>
            </a:r>
            <a:endParaRPr sz="1100">
              <a:solidFill>
                <a:srgbClr val="333333"/>
              </a:solidFill>
              <a:latin typeface="Arial"/>
              <a:ea typeface="Arial"/>
              <a:cs typeface="Arial"/>
              <a:sym typeface="Arial"/>
            </a:endParaRPr>
          </a:p>
        </p:txBody>
      </p:sp>
      <p:sp>
        <p:nvSpPr>
          <p:cNvPr id="306" name="Google Shape;306;p36"/>
          <p:cNvSpPr txBox="1"/>
          <p:nvPr/>
        </p:nvSpPr>
        <p:spPr>
          <a:xfrm>
            <a:off x="552450" y="3524250"/>
            <a:ext cx="40005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E7191C"/>
                </a:solidFill>
                <a:latin typeface="Arial"/>
                <a:ea typeface="Arial"/>
                <a:cs typeface="Arial"/>
                <a:sym typeface="Arial"/>
              </a:rPr>
              <a:t>Tenure &amp; Pricing</a:t>
            </a:r>
            <a:endParaRPr b="1" sz="1200">
              <a:solidFill>
                <a:srgbClr val="E7191C"/>
              </a:solidFill>
              <a:latin typeface="Arial"/>
              <a:ea typeface="Arial"/>
              <a:cs typeface="Arial"/>
              <a:sym typeface="Arial"/>
            </a:endParaRPr>
          </a:p>
          <a:p>
            <a:pPr indent="0" lvl="0" marL="0" rtl="0" algn="l">
              <a:spcBef>
                <a:spcPts val="300"/>
              </a:spcBef>
              <a:spcAft>
                <a:spcPts val="0"/>
              </a:spcAft>
              <a:buNone/>
            </a:pPr>
            <a:r>
              <a:rPr lang="en-US" sz="1100">
                <a:solidFill>
                  <a:srgbClr val="333333"/>
                </a:solidFill>
                <a:latin typeface="Arial"/>
                <a:ea typeface="Arial"/>
                <a:cs typeface="Arial"/>
                <a:sym typeface="Arial"/>
              </a:rPr>
              <a:t>Critical drop-off occurs within the first 1-5 months, particularly for customers charged $65-$105 monthly.</a:t>
            </a:r>
            <a:endParaRPr sz="1100">
              <a:solidFill>
                <a:srgbClr val="333333"/>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7"/>
          <p:cNvSpPr/>
          <p:nvPr/>
        </p:nvSpPr>
        <p:spPr>
          <a:xfrm>
            <a:off x="0" y="0"/>
            <a:ext cx="9144000" cy="7620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12" name="Google Shape;312;p37"/>
          <p:cNvCxnSpPr/>
          <p:nvPr/>
        </p:nvCxnSpPr>
        <p:spPr>
          <a:xfrm rot="10800000">
            <a:off x="4572000" y="-3810000"/>
            <a:ext cx="0" cy="9144000"/>
          </a:xfrm>
          <a:prstGeom prst="straightConnector1">
            <a:avLst/>
          </a:prstGeom>
          <a:solidFill>
            <a:srgbClr val="FFFFFF"/>
          </a:solidFill>
          <a:ln cap="flat" cmpd="sng" w="19050">
            <a:solidFill>
              <a:srgbClr val="E7191C"/>
            </a:solidFill>
            <a:prstDash val="solid"/>
            <a:round/>
            <a:headEnd len="sm" w="sm" type="none"/>
            <a:tailEnd len="sm" w="sm" type="none"/>
          </a:ln>
        </p:spPr>
      </p:cxnSp>
      <p:sp>
        <p:nvSpPr>
          <p:cNvPr id="313" name="Google Shape;313;p37"/>
          <p:cNvSpPr txBox="1"/>
          <p:nvPr>
            <p:ph type="title"/>
          </p:nvPr>
        </p:nvSpPr>
        <p:spPr>
          <a:xfrm>
            <a:off x="457200" y="0"/>
            <a:ext cx="82296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E7191C"/>
                </a:solidFill>
                <a:latin typeface="Arial"/>
                <a:ea typeface="Arial"/>
                <a:cs typeface="Arial"/>
                <a:sym typeface="Arial"/>
              </a:rPr>
              <a:t>Methodology - Preprocessing &amp; Selection</a:t>
            </a:r>
            <a:endParaRPr b="1" sz="2400">
              <a:solidFill>
                <a:srgbClr val="E7191C"/>
              </a:solidFill>
              <a:latin typeface="Arial"/>
              <a:ea typeface="Arial"/>
              <a:cs typeface="Arial"/>
              <a:sym typeface="Arial"/>
            </a:endParaRPr>
          </a:p>
        </p:txBody>
      </p:sp>
      <p:sp>
        <p:nvSpPr>
          <p:cNvPr id="314" name="Google Shape;314;p37"/>
          <p:cNvSpPr txBox="1"/>
          <p:nvPr/>
        </p:nvSpPr>
        <p:spPr>
          <a:xfrm>
            <a:off x="457200" y="952500"/>
            <a:ext cx="3905400" cy="361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00">
                <a:solidFill>
                  <a:srgbClr val="E7191C"/>
                </a:solidFill>
                <a:latin typeface="Arial"/>
                <a:ea typeface="Arial"/>
                <a:cs typeface="Arial"/>
                <a:sym typeface="Arial"/>
              </a:rPr>
              <a:t>Data Preparation</a:t>
            </a:r>
            <a:endParaRPr sz="1200">
              <a:solidFill>
                <a:srgbClr val="333333"/>
              </a:solidFill>
              <a:latin typeface="Arial"/>
              <a:ea typeface="Arial"/>
              <a:cs typeface="Arial"/>
              <a:sym typeface="Arial"/>
            </a:endParaRPr>
          </a:p>
          <a:p>
            <a:pPr indent="0" lvl="0" marL="0" rtl="0" algn="l">
              <a:spcBef>
                <a:spcPts val="1125"/>
              </a:spcBef>
              <a:spcAft>
                <a:spcPts val="0"/>
              </a:spcAft>
              <a:buNone/>
            </a:pPr>
            <a:r>
              <a:rPr b="1" lang="en-US" sz="1200">
                <a:solidFill>
                  <a:srgbClr val="333333"/>
                </a:solidFill>
                <a:latin typeface="Arial"/>
                <a:ea typeface="Arial"/>
                <a:cs typeface="Arial"/>
                <a:sym typeface="Arial"/>
              </a:rPr>
              <a:t>Cleaning:</a:t>
            </a:r>
            <a:r>
              <a:rPr lang="en-US" sz="1200">
                <a:solidFill>
                  <a:srgbClr val="333333"/>
                </a:solidFill>
                <a:latin typeface="Arial"/>
                <a:ea typeface="Arial"/>
                <a:cs typeface="Arial"/>
                <a:sym typeface="Arial"/>
              </a:rPr>
              <a:t> Dropped 11 missing records in </a:t>
            </a:r>
            <a:r>
              <a:rPr lang="en-US" sz="1200">
                <a:solidFill>
                  <a:srgbClr val="188038"/>
                </a:solidFill>
                <a:latin typeface="Roboto Mono"/>
                <a:ea typeface="Roboto Mono"/>
                <a:cs typeface="Roboto Mono"/>
                <a:sym typeface="Roboto Mono"/>
              </a:rPr>
              <a:t>TotalCharges</a:t>
            </a:r>
            <a:r>
              <a:rPr lang="en-US" sz="1200">
                <a:solidFill>
                  <a:srgbClr val="333333"/>
                </a:solidFill>
                <a:latin typeface="Arial"/>
                <a:ea typeface="Arial"/>
                <a:cs typeface="Arial"/>
                <a:sym typeface="Arial"/>
              </a:rPr>
              <a:t> and converted to numeric. Outliers addressed using IQR method.</a:t>
            </a:r>
            <a:endParaRPr sz="1200">
              <a:solidFill>
                <a:srgbClr val="333333"/>
              </a:solidFill>
              <a:latin typeface="Arial"/>
              <a:ea typeface="Arial"/>
              <a:cs typeface="Arial"/>
              <a:sym typeface="Arial"/>
            </a:endParaRPr>
          </a:p>
          <a:p>
            <a:pPr indent="0" lvl="0" marL="0" rtl="0" algn="l">
              <a:spcBef>
                <a:spcPts val="600"/>
              </a:spcBef>
              <a:spcAft>
                <a:spcPts val="0"/>
              </a:spcAft>
              <a:buNone/>
            </a:pPr>
            <a:r>
              <a:rPr b="1" lang="en-US" sz="1200">
                <a:solidFill>
                  <a:srgbClr val="333333"/>
                </a:solidFill>
                <a:latin typeface="Arial"/>
                <a:ea typeface="Arial"/>
                <a:cs typeface="Arial"/>
                <a:sym typeface="Arial"/>
              </a:rPr>
              <a:t>Feature Selection:</a:t>
            </a:r>
            <a:r>
              <a:rPr lang="en-US" sz="1200">
                <a:solidFill>
                  <a:srgbClr val="333333"/>
                </a:solidFill>
                <a:latin typeface="Arial"/>
                <a:ea typeface="Arial"/>
                <a:cs typeface="Arial"/>
                <a:sym typeface="Arial"/>
              </a:rPr>
              <a:t> Conducted Chi-Square tests to determine statistical significance for categorical variables.</a:t>
            </a:r>
            <a:endParaRPr sz="1200">
              <a:solidFill>
                <a:srgbClr val="333333"/>
              </a:solidFill>
              <a:latin typeface="Arial"/>
              <a:ea typeface="Arial"/>
              <a:cs typeface="Arial"/>
              <a:sym typeface="Arial"/>
            </a:endParaRPr>
          </a:p>
          <a:p>
            <a:pPr indent="0" lvl="0" marL="0" rtl="0" algn="l">
              <a:spcBef>
                <a:spcPts val="1500"/>
              </a:spcBef>
              <a:spcAft>
                <a:spcPts val="0"/>
              </a:spcAft>
              <a:buNone/>
            </a:pPr>
            <a:r>
              <a:rPr b="1" lang="en-US" sz="1500">
                <a:solidFill>
                  <a:srgbClr val="E7191C"/>
                </a:solidFill>
                <a:latin typeface="Arial"/>
                <a:ea typeface="Arial"/>
                <a:cs typeface="Arial"/>
                <a:sym typeface="Arial"/>
              </a:rPr>
              <a:t>Dimension Reduction</a:t>
            </a:r>
            <a:endParaRPr sz="1200">
              <a:solidFill>
                <a:srgbClr val="333333"/>
              </a:solidFill>
              <a:latin typeface="Arial"/>
              <a:ea typeface="Arial"/>
              <a:cs typeface="Arial"/>
              <a:sym typeface="Arial"/>
            </a:endParaRPr>
          </a:p>
          <a:p>
            <a:pPr indent="0" lvl="0" marL="0" rtl="0" algn="l">
              <a:spcBef>
                <a:spcPts val="1125"/>
              </a:spcBef>
              <a:spcAft>
                <a:spcPts val="0"/>
              </a:spcAft>
              <a:buNone/>
            </a:pPr>
            <a:r>
              <a:rPr b="1" lang="en-US" sz="1200">
                <a:solidFill>
                  <a:srgbClr val="333333"/>
                </a:solidFill>
                <a:latin typeface="Arial"/>
                <a:ea typeface="Arial"/>
                <a:cs typeface="Arial"/>
                <a:sym typeface="Arial"/>
              </a:rPr>
              <a:t>Logic:</a:t>
            </a:r>
            <a:r>
              <a:rPr lang="en-US" sz="1200">
                <a:solidFill>
                  <a:srgbClr val="333333"/>
                </a:solidFill>
                <a:latin typeface="Arial"/>
                <a:ea typeface="Arial"/>
                <a:cs typeface="Arial"/>
                <a:sym typeface="Arial"/>
              </a:rPr>
              <a:t> Features with p-values &gt; 0.05 were entirely removed as they do not statistically influence churn.</a:t>
            </a:r>
            <a:endParaRPr sz="1200">
              <a:solidFill>
                <a:srgbClr val="333333"/>
              </a:solidFill>
              <a:latin typeface="Arial"/>
              <a:ea typeface="Arial"/>
              <a:cs typeface="Arial"/>
              <a:sym typeface="Arial"/>
            </a:endParaRPr>
          </a:p>
          <a:p>
            <a:pPr indent="0" lvl="0" marL="0" rtl="0" algn="l">
              <a:spcBef>
                <a:spcPts val="600"/>
              </a:spcBef>
              <a:spcAft>
                <a:spcPts val="0"/>
              </a:spcAft>
              <a:buNone/>
            </a:pPr>
            <a:r>
              <a:rPr b="1" lang="en-US" sz="1200">
                <a:solidFill>
                  <a:srgbClr val="333333"/>
                </a:solidFill>
                <a:latin typeface="Arial"/>
                <a:ea typeface="Arial"/>
                <a:cs typeface="Arial"/>
                <a:sym typeface="Arial"/>
              </a:rPr>
              <a:t>Dropped:</a:t>
            </a:r>
            <a:r>
              <a:rPr lang="en-US" sz="1200">
                <a:solidFill>
                  <a:srgbClr val="333333"/>
                </a:solidFill>
                <a:latin typeface="Arial"/>
                <a:ea typeface="Arial"/>
                <a:cs typeface="Arial"/>
                <a:sym typeface="Arial"/>
              </a:rPr>
              <a:t> </a:t>
            </a:r>
            <a:r>
              <a:rPr lang="en-US" sz="1200">
                <a:solidFill>
                  <a:srgbClr val="188038"/>
                </a:solidFill>
                <a:latin typeface="Roboto Mono"/>
                <a:ea typeface="Roboto Mono"/>
                <a:cs typeface="Roboto Mono"/>
                <a:sym typeface="Roboto Mono"/>
              </a:rPr>
              <a:t>PhoneService</a:t>
            </a:r>
            <a:r>
              <a:rPr lang="en-US" sz="1200">
                <a:solidFill>
                  <a:srgbClr val="333333"/>
                </a:solidFill>
                <a:latin typeface="Arial"/>
                <a:ea typeface="Arial"/>
                <a:cs typeface="Arial"/>
                <a:sym typeface="Arial"/>
              </a:rPr>
              <a:t> (p=0.35) and </a:t>
            </a:r>
            <a:r>
              <a:rPr lang="en-US" sz="1200">
                <a:solidFill>
                  <a:srgbClr val="188038"/>
                </a:solidFill>
                <a:latin typeface="Roboto Mono"/>
                <a:ea typeface="Roboto Mono"/>
                <a:cs typeface="Roboto Mono"/>
                <a:sym typeface="Roboto Mono"/>
              </a:rPr>
              <a:t>gender</a:t>
            </a:r>
            <a:r>
              <a:rPr lang="en-US" sz="1200">
                <a:solidFill>
                  <a:srgbClr val="333333"/>
                </a:solidFill>
                <a:latin typeface="Arial"/>
                <a:ea typeface="Arial"/>
                <a:cs typeface="Arial"/>
                <a:sym typeface="Arial"/>
              </a:rPr>
              <a:t> (p=0.49).</a:t>
            </a:r>
            <a:endParaRPr sz="1200">
              <a:solidFill>
                <a:srgbClr val="333333"/>
              </a:solidFill>
              <a:latin typeface="Arial"/>
              <a:ea typeface="Arial"/>
              <a:cs typeface="Arial"/>
              <a:sym typeface="Arial"/>
            </a:endParaRPr>
          </a:p>
        </p:txBody>
      </p:sp>
      <p:grpSp>
        <p:nvGrpSpPr>
          <p:cNvPr id="315" name="Google Shape;315;p37"/>
          <p:cNvGrpSpPr/>
          <p:nvPr/>
        </p:nvGrpSpPr>
        <p:grpSpPr>
          <a:xfrm>
            <a:off x="4762500" y="1047750"/>
            <a:ext cx="3810000" cy="3429150"/>
            <a:chOff x="4762500" y="1047750"/>
            <a:chExt cx="3810000" cy="3429150"/>
          </a:xfrm>
        </p:grpSpPr>
        <p:sp>
          <p:nvSpPr>
            <p:cNvPr id="316" name="Google Shape;316;p37"/>
            <p:cNvSpPr txBox="1"/>
            <p:nvPr/>
          </p:nvSpPr>
          <p:spPr>
            <a:xfrm>
              <a:off x="4762500" y="1047750"/>
              <a:ext cx="3810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333333"/>
                  </a:solidFill>
                  <a:latin typeface="Arial"/>
                  <a:ea typeface="Arial"/>
                  <a:cs typeface="Arial"/>
                  <a:sym typeface="Arial"/>
                </a:rPr>
                <a:t>Chi-Square Feature Significance (p-value)</a:t>
              </a:r>
              <a:endParaRPr b="1" sz="1200">
                <a:solidFill>
                  <a:srgbClr val="333333"/>
                </a:solidFill>
                <a:latin typeface="Arial"/>
                <a:ea typeface="Arial"/>
                <a:cs typeface="Arial"/>
                <a:sym typeface="Arial"/>
              </a:endParaRPr>
            </a:p>
          </p:txBody>
        </p:sp>
        <p:grpSp>
          <p:nvGrpSpPr>
            <p:cNvPr id="317" name="Google Shape;317;p37"/>
            <p:cNvGrpSpPr/>
            <p:nvPr/>
          </p:nvGrpSpPr>
          <p:grpSpPr>
            <a:xfrm>
              <a:off x="6000750" y="1333500"/>
              <a:ext cx="2381400" cy="3143400"/>
              <a:chOff x="6000750" y="1333500"/>
              <a:chExt cx="2381400" cy="3143400"/>
            </a:xfrm>
          </p:grpSpPr>
          <p:sp>
            <p:nvSpPr>
              <p:cNvPr id="318" name="Google Shape;318;p37"/>
              <p:cNvSpPr/>
              <p:nvPr/>
            </p:nvSpPr>
            <p:spPr>
              <a:xfrm>
                <a:off x="6000750" y="1428750"/>
                <a:ext cx="2381400" cy="114300"/>
              </a:xfrm>
              <a:prstGeom prst="rect">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37"/>
              <p:cNvSpPr/>
              <p:nvPr/>
            </p:nvSpPr>
            <p:spPr>
              <a:xfrm>
                <a:off x="6000750" y="1619250"/>
                <a:ext cx="2190900" cy="114300"/>
              </a:xfrm>
              <a:prstGeom prst="rect">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37"/>
              <p:cNvSpPr/>
              <p:nvPr/>
            </p:nvSpPr>
            <p:spPr>
              <a:xfrm>
                <a:off x="6000750" y="1809750"/>
                <a:ext cx="2000100" cy="114300"/>
              </a:xfrm>
              <a:prstGeom prst="rect">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37"/>
              <p:cNvSpPr/>
              <p:nvPr/>
            </p:nvSpPr>
            <p:spPr>
              <a:xfrm>
                <a:off x="6000750" y="2000250"/>
                <a:ext cx="1809600" cy="114300"/>
              </a:xfrm>
              <a:prstGeom prst="rect">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37"/>
              <p:cNvSpPr/>
              <p:nvPr/>
            </p:nvSpPr>
            <p:spPr>
              <a:xfrm>
                <a:off x="6000750" y="2190750"/>
                <a:ext cx="1619100" cy="114300"/>
              </a:xfrm>
              <a:prstGeom prst="rect">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3" name="Google Shape;323;p37"/>
              <p:cNvSpPr/>
              <p:nvPr/>
            </p:nvSpPr>
            <p:spPr>
              <a:xfrm>
                <a:off x="6000750" y="2381250"/>
                <a:ext cx="1428900" cy="114300"/>
              </a:xfrm>
              <a:prstGeom prst="rect">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p37"/>
              <p:cNvSpPr/>
              <p:nvPr/>
            </p:nvSpPr>
            <p:spPr>
              <a:xfrm>
                <a:off x="6000750" y="2571750"/>
                <a:ext cx="1238400" cy="114300"/>
              </a:xfrm>
              <a:prstGeom prst="rect">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37"/>
              <p:cNvSpPr/>
              <p:nvPr/>
            </p:nvSpPr>
            <p:spPr>
              <a:xfrm>
                <a:off x="6000750" y="2762250"/>
                <a:ext cx="1047900" cy="114300"/>
              </a:xfrm>
              <a:prstGeom prst="rect">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37"/>
              <p:cNvSpPr/>
              <p:nvPr/>
            </p:nvSpPr>
            <p:spPr>
              <a:xfrm>
                <a:off x="6000750" y="2952750"/>
                <a:ext cx="857400" cy="114300"/>
              </a:xfrm>
              <a:prstGeom prst="rect">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7" name="Google Shape;327;p37"/>
              <p:cNvSpPr/>
              <p:nvPr/>
            </p:nvSpPr>
            <p:spPr>
              <a:xfrm>
                <a:off x="6000750" y="3143250"/>
                <a:ext cx="666900" cy="114300"/>
              </a:xfrm>
              <a:prstGeom prst="rect">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37"/>
              <p:cNvSpPr/>
              <p:nvPr/>
            </p:nvSpPr>
            <p:spPr>
              <a:xfrm>
                <a:off x="6000750" y="3333750"/>
                <a:ext cx="476400" cy="114300"/>
              </a:xfrm>
              <a:prstGeom prst="rect">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37"/>
              <p:cNvSpPr/>
              <p:nvPr/>
            </p:nvSpPr>
            <p:spPr>
              <a:xfrm>
                <a:off x="6000750" y="3524250"/>
                <a:ext cx="381000" cy="114300"/>
              </a:xfrm>
              <a:prstGeom prst="rect">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37"/>
              <p:cNvSpPr/>
              <p:nvPr/>
            </p:nvSpPr>
            <p:spPr>
              <a:xfrm>
                <a:off x="6000750" y="3714750"/>
                <a:ext cx="285900" cy="114300"/>
              </a:xfrm>
              <a:prstGeom prst="rect">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37"/>
              <p:cNvSpPr/>
              <p:nvPr/>
            </p:nvSpPr>
            <p:spPr>
              <a:xfrm>
                <a:off x="6000750" y="3905250"/>
                <a:ext cx="190500" cy="114300"/>
              </a:xfrm>
              <a:prstGeom prst="rect">
                <a:avLst/>
              </a:prstGeom>
              <a:solidFill>
                <a:srgbClr val="E719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37"/>
              <p:cNvSpPr/>
              <p:nvPr/>
            </p:nvSpPr>
            <p:spPr>
              <a:xfrm>
                <a:off x="6000750" y="4095750"/>
                <a:ext cx="47700" cy="114300"/>
              </a:xfrm>
              <a:prstGeom prst="rect">
                <a:avLst/>
              </a:prstGeom>
              <a:solidFill>
                <a:srgbClr val="7F7F7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37"/>
              <p:cNvSpPr/>
              <p:nvPr/>
            </p:nvSpPr>
            <p:spPr>
              <a:xfrm>
                <a:off x="6000750" y="4286250"/>
                <a:ext cx="28500" cy="114300"/>
              </a:xfrm>
              <a:prstGeom prst="rect">
                <a:avLst/>
              </a:prstGeom>
              <a:solidFill>
                <a:srgbClr val="7F7F7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34" name="Google Shape;334;p37"/>
              <p:cNvPicPr preferRelativeResize="0"/>
              <p:nvPr/>
            </p:nvPicPr>
            <p:blipFill rotWithShape="1">
              <a:blip r:embed="rId3">
                <a:alphaModFix/>
              </a:blip>
              <a:srcRect b="0" l="0" r="0" t="0"/>
              <a:stretch/>
            </p:blipFill>
            <p:spPr>
              <a:xfrm>
                <a:off x="6043613" y="1333500"/>
                <a:ext cx="9600" cy="3143400"/>
              </a:xfrm>
              <a:prstGeom prst="rect">
                <a:avLst/>
              </a:prstGeom>
              <a:noFill/>
              <a:ln>
                <a:noFill/>
              </a:ln>
            </p:spPr>
          </p:pic>
        </p:grpSp>
        <p:sp>
          <p:nvSpPr>
            <p:cNvPr id="335" name="Google Shape;335;p37"/>
            <p:cNvSpPr txBox="1"/>
            <p:nvPr/>
          </p:nvSpPr>
          <p:spPr>
            <a:xfrm>
              <a:off x="4762500" y="1428750"/>
              <a:ext cx="1190700" cy="30480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sz="740">
                  <a:solidFill>
                    <a:srgbClr val="333333"/>
                  </a:solidFill>
                  <a:latin typeface="Arial"/>
                  <a:ea typeface="Arial"/>
                  <a:cs typeface="Arial"/>
                  <a:sym typeface="Arial"/>
                </a:rPr>
                <a:t>Contract</a:t>
              </a:r>
              <a:endParaRPr sz="740">
                <a:solidFill>
                  <a:srgbClr val="333333"/>
                </a:solidFill>
                <a:latin typeface="Arial"/>
                <a:ea typeface="Arial"/>
                <a:cs typeface="Arial"/>
                <a:sym typeface="Arial"/>
              </a:endParaRPr>
            </a:p>
            <a:p>
              <a:pPr indent="0" lvl="0" marL="0" rtl="0" algn="r">
                <a:spcBef>
                  <a:spcPts val="600"/>
                </a:spcBef>
                <a:spcAft>
                  <a:spcPts val="0"/>
                </a:spcAft>
                <a:buNone/>
              </a:pPr>
              <a:r>
                <a:rPr lang="en-US" sz="740">
                  <a:solidFill>
                    <a:srgbClr val="333333"/>
                  </a:solidFill>
                  <a:latin typeface="Arial"/>
                  <a:ea typeface="Arial"/>
                  <a:cs typeface="Arial"/>
                  <a:sym typeface="Arial"/>
                </a:rPr>
                <a:t>OnlineSecurity</a:t>
              </a:r>
              <a:endParaRPr sz="740">
                <a:solidFill>
                  <a:srgbClr val="333333"/>
                </a:solidFill>
                <a:latin typeface="Arial"/>
                <a:ea typeface="Arial"/>
                <a:cs typeface="Arial"/>
                <a:sym typeface="Arial"/>
              </a:endParaRPr>
            </a:p>
            <a:p>
              <a:pPr indent="0" lvl="0" marL="0" rtl="0" algn="r">
                <a:spcBef>
                  <a:spcPts val="600"/>
                </a:spcBef>
                <a:spcAft>
                  <a:spcPts val="0"/>
                </a:spcAft>
                <a:buNone/>
              </a:pPr>
              <a:r>
                <a:rPr lang="en-US" sz="740">
                  <a:solidFill>
                    <a:srgbClr val="333333"/>
                  </a:solidFill>
                  <a:latin typeface="Arial"/>
                  <a:ea typeface="Arial"/>
                  <a:cs typeface="Arial"/>
                  <a:sym typeface="Arial"/>
                </a:rPr>
                <a:t>TechSupport</a:t>
              </a:r>
              <a:endParaRPr sz="740">
                <a:solidFill>
                  <a:srgbClr val="333333"/>
                </a:solidFill>
                <a:latin typeface="Arial"/>
                <a:ea typeface="Arial"/>
                <a:cs typeface="Arial"/>
                <a:sym typeface="Arial"/>
              </a:endParaRPr>
            </a:p>
            <a:p>
              <a:pPr indent="0" lvl="0" marL="0" rtl="0" algn="r">
                <a:spcBef>
                  <a:spcPts val="600"/>
                </a:spcBef>
                <a:spcAft>
                  <a:spcPts val="0"/>
                </a:spcAft>
                <a:buNone/>
              </a:pPr>
              <a:r>
                <a:rPr lang="en-US" sz="740">
                  <a:solidFill>
                    <a:srgbClr val="333333"/>
                  </a:solidFill>
                  <a:latin typeface="Arial"/>
                  <a:ea typeface="Arial"/>
                  <a:cs typeface="Arial"/>
                  <a:sym typeface="Arial"/>
                </a:rPr>
                <a:t>InternetService</a:t>
              </a:r>
              <a:endParaRPr sz="740">
                <a:solidFill>
                  <a:srgbClr val="333333"/>
                </a:solidFill>
                <a:latin typeface="Arial"/>
                <a:ea typeface="Arial"/>
                <a:cs typeface="Arial"/>
                <a:sym typeface="Arial"/>
              </a:endParaRPr>
            </a:p>
            <a:p>
              <a:pPr indent="0" lvl="0" marL="0" rtl="0" algn="r">
                <a:spcBef>
                  <a:spcPts val="600"/>
                </a:spcBef>
                <a:spcAft>
                  <a:spcPts val="0"/>
                </a:spcAft>
                <a:buNone/>
              </a:pPr>
              <a:r>
                <a:rPr lang="en-US" sz="740">
                  <a:solidFill>
                    <a:srgbClr val="333333"/>
                  </a:solidFill>
                  <a:latin typeface="Arial"/>
                  <a:ea typeface="Arial"/>
                  <a:cs typeface="Arial"/>
                  <a:sym typeface="Arial"/>
                </a:rPr>
                <a:t>PaymentMethod</a:t>
              </a:r>
              <a:endParaRPr sz="740">
                <a:solidFill>
                  <a:srgbClr val="333333"/>
                </a:solidFill>
                <a:latin typeface="Arial"/>
                <a:ea typeface="Arial"/>
                <a:cs typeface="Arial"/>
                <a:sym typeface="Arial"/>
              </a:endParaRPr>
            </a:p>
            <a:p>
              <a:pPr indent="0" lvl="0" marL="0" rtl="0" algn="r">
                <a:spcBef>
                  <a:spcPts val="600"/>
                </a:spcBef>
                <a:spcAft>
                  <a:spcPts val="0"/>
                </a:spcAft>
                <a:buNone/>
              </a:pPr>
              <a:r>
                <a:rPr lang="en-US" sz="740">
                  <a:solidFill>
                    <a:srgbClr val="333333"/>
                  </a:solidFill>
                  <a:latin typeface="Arial"/>
                  <a:ea typeface="Arial"/>
                  <a:cs typeface="Arial"/>
                  <a:sym typeface="Arial"/>
                </a:rPr>
                <a:t>OnlineBackup</a:t>
              </a:r>
              <a:endParaRPr sz="740">
                <a:solidFill>
                  <a:srgbClr val="333333"/>
                </a:solidFill>
                <a:latin typeface="Arial"/>
                <a:ea typeface="Arial"/>
                <a:cs typeface="Arial"/>
                <a:sym typeface="Arial"/>
              </a:endParaRPr>
            </a:p>
            <a:p>
              <a:pPr indent="0" lvl="0" marL="0" rtl="0" algn="r">
                <a:spcBef>
                  <a:spcPts val="600"/>
                </a:spcBef>
                <a:spcAft>
                  <a:spcPts val="0"/>
                </a:spcAft>
                <a:buNone/>
              </a:pPr>
              <a:r>
                <a:rPr lang="en-US" sz="740">
                  <a:solidFill>
                    <a:srgbClr val="333333"/>
                  </a:solidFill>
                  <a:latin typeface="Arial"/>
                  <a:ea typeface="Arial"/>
                  <a:cs typeface="Arial"/>
                  <a:sym typeface="Arial"/>
                </a:rPr>
                <a:t>DeviceProtection</a:t>
              </a:r>
              <a:endParaRPr sz="740">
                <a:solidFill>
                  <a:srgbClr val="333333"/>
                </a:solidFill>
                <a:latin typeface="Arial"/>
                <a:ea typeface="Arial"/>
                <a:cs typeface="Arial"/>
                <a:sym typeface="Arial"/>
              </a:endParaRPr>
            </a:p>
            <a:p>
              <a:pPr indent="0" lvl="0" marL="0" rtl="0" algn="r">
                <a:spcBef>
                  <a:spcPts val="600"/>
                </a:spcBef>
                <a:spcAft>
                  <a:spcPts val="0"/>
                </a:spcAft>
                <a:buNone/>
              </a:pPr>
              <a:r>
                <a:rPr lang="en-US" sz="740">
                  <a:solidFill>
                    <a:srgbClr val="333333"/>
                  </a:solidFill>
                  <a:latin typeface="Arial"/>
                  <a:ea typeface="Arial"/>
                  <a:cs typeface="Arial"/>
                  <a:sym typeface="Arial"/>
                </a:rPr>
                <a:t>StreamingMovies</a:t>
              </a:r>
              <a:endParaRPr sz="740">
                <a:solidFill>
                  <a:srgbClr val="333333"/>
                </a:solidFill>
                <a:latin typeface="Arial"/>
                <a:ea typeface="Arial"/>
                <a:cs typeface="Arial"/>
                <a:sym typeface="Arial"/>
              </a:endParaRPr>
            </a:p>
            <a:p>
              <a:pPr indent="0" lvl="0" marL="0" rtl="0" algn="r">
                <a:spcBef>
                  <a:spcPts val="600"/>
                </a:spcBef>
                <a:spcAft>
                  <a:spcPts val="0"/>
                </a:spcAft>
                <a:buNone/>
              </a:pPr>
              <a:r>
                <a:rPr lang="en-US" sz="740">
                  <a:solidFill>
                    <a:srgbClr val="333333"/>
                  </a:solidFill>
                  <a:latin typeface="Arial"/>
                  <a:ea typeface="Arial"/>
                  <a:cs typeface="Arial"/>
                  <a:sym typeface="Arial"/>
                </a:rPr>
                <a:t>StreamingTV</a:t>
              </a:r>
              <a:endParaRPr sz="740">
                <a:solidFill>
                  <a:srgbClr val="333333"/>
                </a:solidFill>
                <a:latin typeface="Arial"/>
                <a:ea typeface="Arial"/>
                <a:cs typeface="Arial"/>
                <a:sym typeface="Arial"/>
              </a:endParaRPr>
            </a:p>
            <a:p>
              <a:pPr indent="0" lvl="0" marL="0" rtl="0" algn="r">
                <a:spcBef>
                  <a:spcPts val="600"/>
                </a:spcBef>
                <a:spcAft>
                  <a:spcPts val="0"/>
                </a:spcAft>
                <a:buNone/>
              </a:pPr>
              <a:r>
                <a:rPr lang="en-US" sz="740">
                  <a:solidFill>
                    <a:srgbClr val="333333"/>
                  </a:solidFill>
                  <a:latin typeface="Arial"/>
                  <a:ea typeface="Arial"/>
                  <a:cs typeface="Arial"/>
                  <a:sym typeface="Arial"/>
                </a:rPr>
                <a:t>PaperlessBilling</a:t>
              </a:r>
              <a:endParaRPr sz="740">
                <a:solidFill>
                  <a:srgbClr val="333333"/>
                </a:solidFill>
                <a:latin typeface="Arial"/>
                <a:ea typeface="Arial"/>
                <a:cs typeface="Arial"/>
                <a:sym typeface="Arial"/>
              </a:endParaRPr>
            </a:p>
            <a:p>
              <a:pPr indent="0" lvl="0" marL="0" rtl="0" algn="r">
                <a:spcBef>
                  <a:spcPts val="600"/>
                </a:spcBef>
                <a:spcAft>
                  <a:spcPts val="0"/>
                </a:spcAft>
                <a:buNone/>
              </a:pPr>
              <a:r>
                <a:rPr lang="en-US" sz="740">
                  <a:solidFill>
                    <a:srgbClr val="333333"/>
                  </a:solidFill>
                  <a:latin typeface="Arial"/>
                  <a:ea typeface="Arial"/>
                  <a:cs typeface="Arial"/>
                  <a:sym typeface="Arial"/>
                </a:rPr>
                <a:t>Dependents</a:t>
              </a:r>
              <a:endParaRPr sz="740">
                <a:solidFill>
                  <a:srgbClr val="333333"/>
                </a:solidFill>
                <a:latin typeface="Arial"/>
                <a:ea typeface="Arial"/>
                <a:cs typeface="Arial"/>
                <a:sym typeface="Arial"/>
              </a:endParaRPr>
            </a:p>
            <a:p>
              <a:pPr indent="0" lvl="0" marL="0" rtl="0" algn="r">
                <a:spcBef>
                  <a:spcPts val="600"/>
                </a:spcBef>
                <a:spcAft>
                  <a:spcPts val="0"/>
                </a:spcAft>
                <a:buNone/>
              </a:pPr>
              <a:r>
                <a:rPr lang="en-US" sz="740">
                  <a:solidFill>
                    <a:srgbClr val="333333"/>
                  </a:solidFill>
                  <a:latin typeface="Arial"/>
                  <a:ea typeface="Arial"/>
                  <a:cs typeface="Arial"/>
                  <a:sym typeface="Arial"/>
                </a:rPr>
                <a:t>SeniorCitizen</a:t>
              </a:r>
              <a:endParaRPr sz="740">
                <a:solidFill>
                  <a:srgbClr val="333333"/>
                </a:solidFill>
                <a:latin typeface="Arial"/>
                <a:ea typeface="Arial"/>
                <a:cs typeface="Arial"/>
                <a:sym typeface="Arial"/>
              </a:endParaRPr>
            </a:p>
            <a:p>
              <a:pPr indent="0" lvl="0" marL="0" rtl="0" algn="r">
                <a:spcBef>
                  <a:spcPts val="600"/>
                </a:spcBef>
                <a:spcAft>
                  <a:spcPts val="0"/>
                </a:spcAft>
                <a:buNone/>
              </a:pPr>
              <a:r>
                <a:rPr lang="en-US" sz="740">
                  <a:solidFill>
                    <a:srgbClr val="333333"/>
                  </a:solidFill>
                  <a:latin typeface="Arial"/>
                  <a:ea typeface="Arial"/>
                  <a:cs typeface="Arial"/>
                  <a:sym typeface="Arial"/>
                </a:rPr>
                <a:t>Partner</a:t>
              </a:r>
              <a:endParaRPr sz="740">
                <a:solidFill>
                  <a:srgbClr val="333333"/>
                </a:solidFill>
                <a:latin typeface="Arial"/>
                <a:ea typeface="Arial"/>
                <a:cs typeface="Arial"/>
                <a:sym typeface="Arial"/>
              </a:endParaRPr>
            </a:p>
            <a:p>
              <a:pPr indent="0" lvl="0" marL="0" rtl="0" algn="r">
                <a:spcBef>
                  <a:spcPts val="600"/>
                </a:spcBef>
                <a:spcAft>
                  <a:spcPts val="0"/>
                </a:spcAft>
                <a:buNone/>
              </a:pPr>
              <a:r>
                <a:rPr lang="en-US" sz="740">
                  <a:solidFill>
                    <a:srgbClr val="333333"/>
                  </a:solidFill>
                  <a:latin typeface="Arial"/>
                  <a:ea typeface="Arial"/>
                  <a:cs typeface="Arial"/>
                  <a:sym typeface="Arial"/>
                </a:rPr>
                <a:t>MultipleLines</a:t>
              </a:r>
              <a:endParaRPr sz="740">
                <a:solidFill>
                  <a:srgbClr val="333333"/>
                </a:solidFill>
                <a:latin typeface="Arial"/>
                <a:ea typeface="Arial"/>
                <a:cs typeface="Arial"/>
                <a:sym typeface="Arial"/>
              </a:endParaRPr>
            </a:p>
            <a:p>
              <a:pPr indent="0" lvl="0" marL="0" rtl="0" algn="r">
                <a:spcBef>
                  <a:spcPts val="600"/>
                </a:spcBef>
                <a:spcAft>
                  <a:spcPts val="0"/>
                </a:spcAft>
                <a:buNone/>
              </a:pPr>
              <a:r>
                <a:rPr b="1" lang="en-US" sz="740">
                  <a:solidFill>
                    <a:srgbClr val="7F7F7F"/>
                  </a:solidFill>
                  <a:latin typeface="Arial"/>
                  <a:ea typeface="Arial"/>
                  <a:cs typeface="Arial"/>
                  <a:sym typeface="Arial"/>
                </a:rPr>
                <a:t>PhoneService</a:t>
              </a:r>
              <a:endParaRPr b="1" sz="740">
                <a:solidFill>
                  <a:srgbClr val="7F7F7F"/>
                </a:solidFill>
                <a:latin typeface="Arial"/>
                <a:ea typeface="Arial"/>
                <a:cs typeface="Arial"/>
                <a:sym typeface="Arial"/>
              </a:endParaRPr>
            </a:p>
            <a:p>
              <a:pPr indent="0" lvl="0" marL="0" rtl="0" algn="r">
                <a:spcBef>
                  <a:spcPts val="600"/>
                </a:spcBef>
                <a:spcAft>
                  <a:spcPts val="0"/>
                </a:spcAft>
                <a:buNone/>
              </a:pPr>
              <a:r>
                <a:rPr b="1" lang="en-US" sz="740">
                  <a:solidFill>
                    <a:srgbClr val="7F7F7F"/>
                  </a:solidFill>
                  <a:latin typeface="Arial"/>
                  <a:ea typeface="Arial"/>
                  <a:cs typeface="Arial"/>
                  <a:sym typeface="Arial"/>
                </a:rPr>
                <a:t>gender</a:t>
              </a:r>
              <a:endParaRPr b="1" sz="740">
                <a:solidFill>
                  <a:srgbClr val="7F7F7F"/>
                </a:solidFill>
                <a:latin typeface="Arial"/>
                <a:ea typeface="Arial"/>
                <a:cs typeface="Arial"/>
                <a:sym typeface="Arial"/>
              </a:endParaRPr>
            </a:p>
          </p:txBody>
        </p:sp>
        <p:sp>
          <p:nvSpPr>
            <p:cNvPr id="336" name="Google Shape;336;p37"/>
            <p:cNvSpPr txBox="1"/>
            <p:nvPr/>
          </p:nvSpPr>
          <p:spPr>
            <a:xfrm>
              <a:off x="6076950" y="4048125"/>
              <a:ext cx="1905000" cy="381000"/>
            </a:xfrm>
            <a:prstGeom prst="rect">
              <a:avLst/>
            </a:prstGeom>
            <a:noFill/>
            <a:ln>
              <a:noFill/>
            </a:ln>
          </p:spPr>
          <p:txBody>
            <a:bodyPr anchorCtr="0" anchor="t" bIns="0" lIns="0" spcFirstLastPara="1" rIns="0" wrap="square" tIns="0">
              <a:noAutofit/>
            </a:bodyPr>
            <a:lstStyle/>
            <a:p>
              <a:pPr indent="0" lvl="0" marL="0" rtl="0" algn="l">
                <a:spcBef>
                  <a:spcPts val="375"/>
                </a:spcBef>
                <a:spcAft>
                  <a:spcPts val="0"/>
                </a:spcAft>
                <a:buNone/>
              </a:pPr>
              <a:r>
                <a:rPr lang="en-US" sz="750">
                  <a:solidFill>
                    <a:srgbClr val="7F7F7F"/>
                  </a:solidFill>
                  <a:latin typeface="Arial"/>
                  <a:ea typeface="Arial"/>
                  <a:cs typeface="Arial"/>
                  <a:sym typeface="Arial"/>
                </a:rPr>
                <a:t>P-value &gt; 0.05 Threshold</a:t>
              </a:r>
              <a:endParaRPr sz="750">
                <a:solidFill>
                  <a:srgbClr val="7F7F7F"/>
                </a:solidFill>
                <a:latin typeface="Arial"/>
                <a:ea typeface="Arial"/>
                <a:cs typeface="Arial"/>
                <a:sym typeface="Arial"/>
              </a:endParaRPr>
            </a:p>
            <a:p>
              <a:pPr indent="0" lvl="0" marL="0" rtl="0" algn="l">
                <a:spcBef>
                  <a:spcPts val="0"/>
                </a:spcBef>
                <a:spcAft>
                  <a:spcPts val="0"/>
                </a:spcAft>
                <a:buNone/>
              </a:pPr>
              <a:r>
                <a:rPr lang="en-US" sz="750">
                  <a:solidFill>
                    <a:srgbClr val="7F7F7F"/>
                  </a:solidFill>
                  <a:latin typeface="Arial"/>
                  <a:ea typeface="Arial"/>
                  <a:cs typeface="Arial"/>
                  <a:sym typeface="Arial"/>
                </a:rPr>
                <a:t>(Statistically Insignificant)</a:t>
              </a:r>
              <a:endParaRPr sz="750">
                <a:solidFill>
                  <a:srgbClr val="7F7F7F"/>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8"/>
          <p:cNvSpPr/>
          <p:nvPr/>
        </p:nvSpPr>
        <p:spPr>
          <a:xfrm>
            <a:off x="0" y="0"/>
            <a:ext cx="9144000" cy="7620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42" name="Google Shape;342;p38"/>
          <p:cNvCxnSpPr/>
          <p:nvPr/>
        </p:nvCxnSpPr>
        <p:spPr>
          <a:xfrm rot="10800000">
            <a:off x="4572000" y="-3810000"/>
            <a:ext cx="0" cy="9144000"/>
          </a:xfrm>
          <a:prstGeom prst="straightConnector1">
            <a:avLst/>
          </a:prstGeom>
          <a:solidFill>
            <a:srgbClr val="FFFFFF"/>
          </a:solidFill>
          <a:ln cap="flat" cmpd="sng" w="19050">
            <a:solidFill>
              <a:srgbClr val="E7191C"/>
            </a:solidFill>
            <a:prstDash val="solid"/>
            <a:round/>
            <a:headEnd len="sm" w="sm" type="none"/>
            <a:tailEnd len="sm" w="sm" type="none"/>
          </a:ln>
        </p:spPr>
      </p:cxnSp>
      <p:sp>
        <p:nvSpPr>
          <p:cNvPr id="343" name="Google Shape;343;p38"/>
          <p:cNvSpPr txBox="1"/>
          <p:nvPr>
            <p:ph type="title"/>
          </p:nvPr>
        </p:nvSpPr>
        <p:spPr>
          <a:xfrm>
            <a:off x="457200" y="0"/>
            <a:ext cx="82296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en-US">
                <a:latin typeface="Arial"/>
                <a:ea typeface="Arial"/>
                <a:cs typeface="Arial"/>
                <a:sym typeface="Arial"/>
              </a:rPr>
              <a:t>Methodology - Handling Imbalanced Data (SMOTE)</a:t>
            </a:r>
            <a:endParaRPr b="1" sz="2400">
              <a:solidFill>
                <a:srgbClr val="E7191C"/>
              </a:solidFill>
              <a:latin typeface="Arial"/>
              <a:ea typeface="Arial"/>
              <a:cs typeface="Arial"/>
              <a:sym typeface="Arial"/>
            </a:endParaRPr>
          </a:p>
        </p:txBody>
      </p:sp>
      <p:sp>
        <p:nvSpPr>
          <p:cNvPr id="344" name="Google Shape;344;p38"/>
          <p:cNvSpPr txBox="1"/>
          <p:nvPr/>
        </p:nvSpPr>
        <p:spPr>
          <a:xfrm>
            <a:off x="457200" y="952500"/>
            <a:ext cx="3905400" cy="361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00">
                <a:solidFill>
                  <a:srgbClr val="E7191C"/>
                </a:solidFill>
                <a:latin typeface="Arial"/>
                <a:ea typeface="Arial"/>
                <a:cs typeface="Arial"/>
                <a:sym typeface="Arial"/>
              </a:rPr>
              <a:t>Data Leakage Prevention</a:t>
            </a:r>
            <a:endParaRPr sz="1200">
              <a:solidFill>
                <a:srgbClr val="333333"/>
              </a:solidFill>
            </a:endParaRPr>
          </a:p>
          <a:p>
            <a:pPr indent="0" lvl="0" marL="0" rtl="0" algn="l">
              <a:spcBef>
                <a:spcPts val="1125"/>
              </a:spcBef>
              <a:spcAft>
                <a:spcPts val="0"/>
              </a:spcAft>
              <a:buClr>
                <a:schemeClr val="dk1"/>
              </a:buClr>
              <a:buSzPts val="1100"/>
              <a:buFont typeface="Arial"/>
              <a:buNone/>
            </a:pPr>
            <a:r>
              <a:rPr lang="en-US" sz="1200">
                <a:solidFill>
                  <a:srgbClr val="333333"/>
                </a:solidFill>
              </a:rPr>
              <a:t>Data Leakage Prevention: The dataset was split into Training (80%) and Testing (20%) sets before applying any sampling techniques.</a:t>
            </a:r>
            <a:endParaRPr sz="1200">
              <a:solidFill>
                <a:srgbClr val="333333"/>
              </a:solidFill>
            </a:endParaRPr>
          </a:p>
          <a:p>
            <a:pPr indent="0" lvl="0" marL="0" rtl="0" algn="l">
              <a:spcBef>
                <a:spcPts val="1500"/>
              </a:spcBef>
              <a:spcAft>
                <a:spcPts val="0"/>
              </a:spcAft>
              <a:buClr>
                <a:schemeClr val="dk1"/>
              </a:buClr>
              <a:buSzPts val="1100"/>
              <a:buFont typeface="Arial"/>
              <a:buNone/>
            </a:pPr>
            <a:r>
              <a:rPr b="1" lang="en-US" sz="1500">
                <a:solidFill>
                  <a:srgbClr val="E7191C"/>
                </a:solidFill>
                <a:latin typeface="Arial"/>
                <a:ea typeface="Arial"/>
                <a:cs typeface="Arial"/>
                <a:sym typeface="Arial"/>
              </a:rPr>
              <a:t>SMOTE Implementation</a:t>
            </a:r>
            <a:endParaRPr sz="1200">
              <a:solidFill>
                <a:srgbClr val="333333"/>
              </a:solidFill>
            </a:endParaRPr>
          </a:p>
          <a:p>
            <a:pPr indent="0" lvl="0" marL="0" rtl="0" algn="l">
              <a:spcBef>
                <a:spcPts val="1125"/>
              </a:spcBef>
              <a:spcAft>
                <a:spcPts val="0"/>
              </a:spcAft>
              <a:buClr>
                <a:schemeClr val="dk1"/>
              </a:buClr>
              <a:buSzPts val="1100"/>
              <a:buFont typeface="Arial"/>
              <a:buNone/>
            </a:pPr>
            <a:r>
              <a:rPr lang="en-US" sz="1200">
                <a:solidFill>
                  <a:srgbClr val="333333"/>
                </a:solidFill>
              </a:rPr>
              <a:t>Applied Synthetic Minority Over-sampling Technique (SMOTE) strictly on the training set only.</a:t>
            </a:r>
            <a:endParaRPr sz="1200">
              <a:solidFill>
                <a:srgbClr val="333333"/>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Clr>
                <a:schemeClr val="dk1"/>
              </a:buClr>
              <a:buSzPts val="1100"/>
              <a:buFont typeface="Arial"/>
              <a:buNone/>
            </a:pPr>
            <a:r>
              <a:rPr b="1" lang="en-US" sz="1500">
                <a:solidFill>
                  <a:srgbClr val="E7191C"/>
                </a:solidFill>
                <a:latin typeface="Arial"/>
                <a:ea typeface="Arial"/>
                <a:cs typeface="Arial"/>
                <a:sym typeface="Arial"/>
              </a:rPr>
              <a:t>Impact</a:t>
            </a:r>
            <a:endParaRPr sz="1200">
              <a:solidFill>
                <a:srgbClr val="333333"/>
              </a:solidFill>
            </a:endParaRPr>
          </a:p>
          <a:p>
            <a:pPr indent="0" lvl="0" marL="0" rtl="0" algn="l">
              <a:spcBef>
                <a:spcPts val="1125"/>
              </a:spcBef>
              <a:spcAft>
                <a:spcPts val="0"/>
              </a:spcAft>
              <a:buClr>
                <a:schemeClr val="dk1"/>
              </a:buClr>
              <a:buSzPts val="1100"/>
              <a:buFont typeface="Arial"/>
              <a:buNone/>
            </a:pPr>
            <a:r>
              <a:rPr lang="en-US" sz="1200">
                <a:solidFill>
                  <a:srgbClr val="333333"/>
                </a:solidFill>
              </a:rPr>
              <a:t>This greatly improved the model's ability to identify actual churners (our main KPI), with only a slight reduction in overall precision.</a:t>
            </a:r>
            <a:endParaRPr sz="1200">
              <a:solidFill>
                <a:srgbClr val="333333"/>
              </a:solidFill>
            </a:endParaRPr>
          </a:p>
          <a:p>
            <a:pPr indent="0" lvl="0" marL="0" rtl="0" algn="l">
              <a:spcBef>
                <a:spcPts val="0"/>
              </a:spcBef>
              <a:spcAft>
                <a:spcPts val="0"/>
              </a:spcAft>
              <a:buNone/>
            </a:pPr>
            <a:r>
              <a:t/>
            </a:r>
            <a:endParaRPr sz="1500">
              <a:solidFill>
                <a:schemeClr val="dk1"/>
              </a:solidFill>
            </a:endParaRPr>
          </a:p>
        </p:txBody>
      </p:sp>
      <p:pic>
        <p:nvPicPr>
          <p:cNvPr id="345" name="Google Shape;345;p38"/>
          <p:cNvPicPr preferRelativeResize="0"/>
          <p:nvPr/>
        </p:nvPicPr>
        <p:blipFill>
          <a:blip r:embed="rId3">
            <a:alphaModFix/>
          </a:blip>
          <a:stretch>
            <a:fillRect/>
          </a:stretch>
        </p:blipFill>
        <p:spPr>
          <a:xfrm>
            <a:off x="5958774" y="1178200"/>
            <a:ext cx="1069349" cy="3015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9"/>
          <p:cNvSpPr/>
          <p:nvPr/>
        </p:nvSpPr>
        <p:spPr>
          <a:xfrm>
            <a:off x="0" y="0"/>
            <a:ext cx="9144000" cy="7620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51" name="Google Shape;351;p39"/>
          <p:cNvCxnSpPr/>
          <p:nvPr/>
        </p:nvCxnSpPr>
        <p:spPr>
          <a:xfrm>
            <a:off x="0" y="762000"/>
            <a:ext cx="9144000" cy="0"/>
          </a:xfrm>
          <a:prstGeom prst="straightConnector1">
            <a:avLst/>
          </a:prstGeom>
          <a:solidFill>
            <a:srgbClr val="FFFFFF"/>
          </a:solidFill>
          <a:ln cap="flat" cmpd="sng" w="19050">
            <a:solidFill>
              <a:srgbClr val="E7191C"/>
            </a:solidFill>
            <a:prstDash val="solid"/>
            <a:round/>
            <a:headEnd len="sm" w="sm" type="none"/>
            <a:tailEnd len="sm" w="sm" type="none"/>
          </a:ln>
        </p:spPr>
      </p:cxnSp>
      <p:sp>
        <p:nvSpPr>
          <p:cNvPr id="352" name="Google Shape;352;p39"/>
          <p:cNvSpPr txBox="1"/>
          <p:nvPr>
            <p:ph type="title"/>
          </p:nvPr>
        </p:nvSpPr>
        <p:spPr>
          <a:xfrm>
            <a:off x="457200" y="0"/>
            <a:ext cx="82296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E7191C"/>
                </a:solidFill>
                <a:latin typeface="Arial"/>
                <a:ea typeface="Arial"/>
                <a:cs typeface="Arial"/>
                <a:sym typeface="Arial"/>
              </a:rPr>
              <a:t>Implementation - Machine Learning Models</a:t>
            </a:r>
            <a:endParaRPr b="1" sz="2400">
              <a:solidFill>
                <a:srgbClr val="E7191C"/>
              </a:solidFill>
              <a:latin typeface="Arial"/>
              <a:ea typeface="Arial"/>
              <a:cs typeface="Arial"/>
              <a:sym typeface="Arial"/>
            </a:endParaRPr>
          </a:p>
        </p:txBody>
      </p:sp>
      <p:grpSp>
        <p:nvGrpSpPr>
          <p:cNvPr id="353" name="Google Shape;353;p39"/>
          <p:cNvGrpSpPr/>
          <p:nvPr/>
        </p:nvGrpSpPr>
        <p:grpSpPr>
          <a:xfrm>
            <a:off x="457200" y="952500"/>
            <a:ext cx="8229600" cy="381000"/>
            <a:chOff x="457200" y="952500"/>
            <a:chExt cx="8229600" cy="381000"/>
          </a:xfrm>
        </p:grpSpPr>
        <p:sp>
          <p:nvSpPr>
            <p:cNvPr id="354" name="Google Shape;354;p39"/>
            <p:cNvSpPr/>
            <p:nvPr/>
          </p:nvSpPr>
          <p:spPr>
            <a:xfrm>
              <a:off x="457200" y="952500"/>
              <a:ext cx="82296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 name="Google Shape;355;p39"/>
            <p:cNvSpPr txBox="1"/>
            <p:nvPr/>
          </p:nvSpPr>
          <p:spPr>
            <a:xfrm>
              <a:off x="457200" y="952500"/>
              <a:ext cx="82296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33333"/>
                  </a:solidFill>
                  <a:latin typeface="Arial"/>
                  <a:ea typeface="Arial"/>
                  <a:cs typeface="Arial"/>
                  <a:sym typeface="Arial"/>
                </a:rPr>
                <a:t>Predictive modeling task: </a:t>
              </a:r>
              <a:r>
                <a:rPr b="1" lang="en-US" sz="1400">
                  <a:solidFill>
                    <a:srgbClr val="333333"/>
                  </a:solidFill>
                  <a:latin typeface="Arial"/>
                  <a:ea typeface="Arial"/>
                  <a:cs typeface="Arial"/>
                  <a:sym typeface="Arial"/>
                </a:rPr>
                <a:t>Binary Classification</a:t>
              </a:r>
              <a:r>
                <a:rPr b="0" lang="en-US" sz="1400">
                  <a:solidFill>
                    <a:srgbClr val="333333"/>
                  </a:solidFill>
                  <a:latin typeface="Arial"/>
                  <a:ea typeface="Arial"/>
                  <a:cs typeface="Arial"/>
                  <a:sym typeface="Arial"/>
                </a:rPr>
                <a:t> (1 = Churn, 0 = No Churn)</a:t>
              </a:r>
              <a:endParaRPr b="0" sz="1400">
                <a:solidFill>
                  <a:srgbClr val="333333"/>
                </a:solidFill>
                <a:latin typeface="Arial"/>
                <a:ea typeface="Arial"/>
                <a:cs typeface="Arial"/>
                <a:sym typeface="Arial"/>
              </a:endParaRPr>
            </a:p>
          </p:txBody>
        </p:sp>
      </p:grpSp>
      <p:grpSp>
        <p:nvGrpSpPr>
          <p:cNvPr id="356" name="Google Shape;356;p39"/>
          <p:cNvGrpSpPr/>
          <p:nvPr/>
        </p:nvGrpSpPr>
        <p:grpSpPr>
          <a:xfrm>
            <a:off x="457200" y="2952750"/>
            <a:ext cx="8229600" cy="1333500"/>
            <a:chOff x="457200" y="2952750"/>
            <a:chExt cx="8229600" cy="1333500"/>
          </a:xfrm>
        </p:grpSpPr>
        <p:sp>
          <p:nvSpPr>
            <p:cNvPr id="357" name="Google Shape;357;p39"/>
            <p:cNvSpPr/>
            <p:nvPr/>
          </p:nvSpPr>
          <p:spPr>
            <a:xfrm>
              <a:off x="457200" y="2952750"/>
              <a:ext cx="8229600" cy="1333500"/>
            </a:xfrm>
            <a:prstGeom prst="roundRect">
              <a:avLst>
                <a:gd fmla="val 5714" name="adj"/>
              </a:avLst>
            </a:prstGeom>
            <a:solidFill>
              <a:srgbClr val="FDECE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39"/>
            <p:cNvSpPr txBox="1"/>
            <p:nvPr/>
          </p:nvSpPr>
          <p:spPr>
            <a:xfrm>
              <a:off x="457200" y="2952750"/>
              <a:ext cx="8229600" cy="13335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US" sz="1388">
                  <a:solidFill>
                    <a:srgbClr val="E7191C"/>
                  </a:solidFill>
                  <a:latin typeface="Arial"/>
                  <a:ea typeface="Arial"/>
                  <a:cs typeface="Arial"/>
                  <a:sym typeface="Arial"/>
                </a:rPr>
                <a:t>Hyperparameter Fine-tuning (SVC)</a:t>
              </a:r>
              <a:endParaRPr b="1" sz="1388">
                <a:solidFill>
                  <a:srgbClr val="E7191C"/>
                </a:solidFill>
                <a:latin typeface="Arial"/>
                <a:ea typeface="Arial"/>
                <a:cs typeface="Arial"/>
                <a:sym typeface="Arial"/>
              </a:endParaRPr>
            </a:p>
            <a:p>
              <a:pPr indent="0" lvl="0" marL="0" rtl="0" algn="l">
                <a:spcBef>
                  <a:spcPts val="750"/>
                </a:spcBef>
                <a:spcAft>
                  <a:spcPts val="0"/>
                </a:spcAft>
                <a:buNone/>
              </a:pPr>
              <a:r>
                <a:rPr lang="en-US" sz="1018">
                  <a:solidFill>
                    <a:srgbClr val="333333"/>
                  </a:solidFill>
                  <a:latin typeface="Arial"/>
                  <a:ea typeface="Arial"/>
                  <a:cs typeface="Arial"/>
                  <a:sym typeface="Arial"/>
                </a:rPr>
                <a:t>Conducted using </a:t>
              </a:r>
              <a:r>
                <a:rPr lang="en-US" sz="1018">
                  <a:solidFill>
                    <a:srgbClr val="188038"/>
                  </a:solidFill>
                  <a:latin typeface="Roboto Mono"/>
                  <a:ea typeface="Roboto Mono"/>
                  <a:cs typeface="Roboto Mono"/>
                  <a:sym typeface="Roboto Mono"/>
                </a:rPr>
                <a:t>GridSearchCV</a:t>
              </a:r>
              <a:r>
                <a:rPr lang="en-US" sz="1018">
                  <a:solidFill>
                    <a:srgbClr val="333333"/>
                  </a:solidFill>
                  <a:latin typeface="Arial"/>
                  <a:ea typeface="Arial"/>
                  <a:cs typeface="Arial"/>
                  <a:sym typeface="Arial"/>
                </a:rPr>
                <a:t> and Stratified K-Fold cross-validation.</a:t>
              </a:r>
              <a:endParaRPr sz="1018">
                <a:solidFill>
                  <a:srgbClr val="333333"/>
                </a:solidFill>
                <a:latin typeface="Arial"/>
                <a:ea typeface="Arial"/>
                <a:cs typeface="Arial"/>
                <a:sym typeface="Arial"/>
              </a:endParaRPr>
            </a:p>
            <a:p>
              <a:pPr indent="0" lvl="0" marL="0" rtl="0" algn="l">
                <a:spcBef>
                  <a:spcPts val="750"/>
                </a:spcBef>
                <a:spcAft>
                  <a:spcPts val="0"/>
                </a:spcAft>
                <a:buNone/>
              </a:pPr>
              <a:r>
                <a:rPr b="1" lang="en-US" sz="1018">
                  <a:solidFill>
                    <a:srgbClr val="333333"/>
                  </a:solidFill>
                  <a:latin typeface="Arial"/>
                  <a:ea typeface="Arial"/>
                  <a:cs typeface="Arial"/>
                  <a:sym typeface="Arial"/>
                </a:rPr>
                <a:t>Optimal Parameters:</a:t>
              </a:r>
              <a:endParaRPr b="1" sz="1018">
                <a:solidFill>
                  <a:srgbClr val="333333"/>
                </a:solidFill>
                <a:latin typeface="Arial"/>
                <a:ea typeface="Arial"/>
                <a:cs typeface="Arial"/>
                <a:sym typeface="Arial"/>
              </a:endParaRPr>
            </a:p>
            <a:p>
              <a:pPr indent="0" lvl="0" marL="0" rtl="0" algn="l">
                <a:spcBef>
                  <a:spcPts val="375"/>
                </a:spcBef>
                <a:spcAft>
                  <a:spcPts val="0"/>
                </a:spcAft>
                <a:buNone/>
              </a:pPr>
              <a:r>
                <a:rPr lang="en-US" sz="925">
                  <a:solidFill>
                    <a:srgbClr val="188038"/>
                  </a:solidFill>
                  <a:latin typeface="Roboto Mono"/>
                  <a:ea typeface="Roboto Mono"/>
                  <a:cs typeface="Roboto Mono"/>
                  <a:sym typeface="Roboto Mono"/>
                </a:rPr>
                <a:t>C = 10 | gamma = 0.01 | kernel = rbf</a:t>
              </a:r>
              <a:endParaRPr sz="925">
                <a:solidFill>
                  <a:srgbClr val="188038"/>
                </a:solidFill>
                <a:latin typeface="Roboto Mono"/>
                <a:ea typeface="Roboto Mono"/>
                <a:cs typeface="Roboto Mono"/>
                <a:sym typeface="Roboto Mono"/>
              </a:endParaRPr>
            </a:p>
          </p:txBody>
        </p:sp>
      </p:grpSp>
      <p:sp>
        <p:nvSpPr>
          <p:cNvPr id="359" name="Google Shape;359;p39"/>
          <p:cNvSpPr/>
          <p:nvPr/>
        </p:nvSpPr>
        <p:spPr>
          <a:xfrm>
            <a:off x="4775625" y="1523925"/>
            <a:ext cx="1953600" cy="1238400"/>
          </a:xfrm>
          <a:prstGeom prst="roundRect">
            <a:avLst>
              <a:gd fmla="val 6153" name="adj"/>
            </a:avLst>
          </a:prstGeom>
          <a:solidFill>
            <a:srgbClr val="FFFFFF"/>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39"/>
          <p:cNvSpPr/>
          <p:nvPr/>
        </p:nvSpPr>
        <p:spPr>
          <a:xfrm>
            <a:off x="6884075" y="1523925"/>
            <a:ext cx="1953600" cy="1238400"/>
          </a:xfrm>
          <a:prstGeom prst="roundRect">
            <a:avLst>
              <a:gd fmla="val 6153" name="adj"/>
            </a:avLst>
          </a:prstGeom>
          <a:solidFill>
            <a:srgbClr val="FFFFFF"/>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39"/>
          <p:cNvSpPr/>
          <p:nvPr/>
        </p:nvSpPr>
        <p:spPr>
          <a:xfrm>
            <a:off x="2624375" y="1523925"/>
            <a:ext cx="1953600" cy="1238400"/>
          </a:xfrm>
          <a:prstGeom prst="roundRect">
            <a:avLst>
              <a:gd fmla="val 6153" name="adj"/>
            </a:avLst>
          </a:prstGeom>
          <a:solidFill>
            <a:srgbClr val="FFFFFF"/>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39"/>
          <p:cNvSpPr txBox="1"/>
          <p:nvPr/>
        </p:nvSpPr>
        <p:spPr>
          <a:xfrm>
            <a:off x="4775625" y="1523925"/>
            <a:ext cx="1953600" cy="12384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Clr>
                <a:schemeClr val="dk1"/>
              </a:buClr>
              <a:buSzPts val="1100"/>
              <a:buFont typeface="Arial"/>
              <a:buNone/>
            </a:pPr>
            <a:r>
              <a:rPr b="1" lang="en-US">
                <a:solidFill>
                  <a:srgbClr val="E7191C"/>
                </a:solidFill>
                <a:latin typeface="Arial"/>
                <a:ea typeface="Arial"/>
                <a:cs typeface="Arial"/>
                <a:sym typeface="Arial"/>
              </a:rPr>
              <a:t>XGBoost</a:t>
            </a:r>
            <a:endParaRPr b="1">
              <a:solidFill>
                <a:srgbClr val="E7191C"/>
              </a:solidFill>
              <a:latin typeface="Arial"/>
              <a:ea typeface="Arial"/>
              <a:cs typeface="Arial"/>
              <a:sym typeface="Arial"/>
            </a:endParaRPr>
          </a:p>
          <a:p>
            <a:pPr indent="0" lvl="0" marL="0" rtl="0" algn="l">
              <a:spcBef>
                <a:spcPts val="600"/>
              </a:spcBef>
              <a:spcAft>
                <a:spcPts val="0"/>
              </a:spcAft>
              <a:buClr>
                <a:schemeClr val="dk1"/>
              </a:buClr>
              <a:buSzPts val="1100"/>
              <a:buFont typeface="Arial"/>
              <a:buNone/>
            </a:pPr>
            <a:r>
              <a:rPr lang="en-US" sz="1100">
                <a:solidFill>
                  <a:srgbClr val="666666"/>
                </a:solidFill>
              </a:rPr>
              <a:t>Boosting model used for strong overall classification performance.</a:t>
            </a:r>
            <a:endParaRPr sz="1100">
              <a:solidFill>
                <a:srgbClr val="666666"/>
              </a:solidFill>
            </a:endParaRPr>
          </a:p>
          <a:p>
            <a:pPr indent="0" lvl="0" marL="0" rtl="0" algn="l">
              <a:spcBef>
                <a:spcPts val="0"/>
              </a:spcBef>
              <a:spcAft>
                <a:spcPts val="0"/>
              </a:spcAft>
              <a:buNone/>
            </a:pPr>
            <a:r>
              <a:t/>
            </a:r>
            <a:endParaRPr b="1">
              <a:solidFill>
                <a:srgbClr val="E7191C"/>
              </a:solidFill>
              <a:latin typeface="Arial"/>
              <a:ea typeface="Arial"/>
              <a:cs typeface="Arial"/>
              <a:sym typeface="Arial"/>
            </a:endParaRPr>
          </a:p>
        </p:txBody>
      </p:sp>
      <p:sp>
        <p:nvSpPr>
          <p:cNvPr id="363" name="Google Shape;363;p39"/>
          <p:cNvSpPr txBox="1"/>
          <p:nvPr/>
        </p:nvSpPr>
        <p:spPr>
          <a:xfrm>
            <a:off x="6884075" y="1523925"/>
            <a:ext cx="1953600" cy="12384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Clr>
                <a:schemeClr val="dk1"/>
              </a:buClr>
              <a:buSzPts val="1100"/>
              <a:buFont typeface="Arial"/>
              <a:buNone/>
            </a:pPr>
            <a:r>
              <a:rPr b="1" lang="en-US">
                <a:solidFill>
                  <a:srgbClr val="E7191C"/>
                </a:solidFill>
                <a:latin typeface="Arial"/>
                <a:ea typeface="Arial"/>
                <a:cs typeface="Arial"/>
                <a:sym typeface="Arial"/>
              </a:rPr>
              <a:t>SVC</a:t>
            </a:r>
            <a:endParaRPr b="1">
              <a:solidFill>
                <a:srgbClr val="E7191C"/>
              </a:solidFill>
              <a:latin typeface="Arial"/>
              <a:ea typeface="Arial"/>
              <a:cs typeface="Arial"/>
              <a:sym typeface="Arial"/>
            </a:endParaRPr>
          </a:p>
          <a:p>
            <a:pPr indent="0" lvl="0" marL="0" rtl="0" algn="l">
              <a:spcBef>
                <a:spcPts val="600"/>
              </a:spcBef>
              <a:spcAft>
                <a:spcPts val="0"/>
              </a:spcAft>
              <a:buClr>
                <a:schemeClr val="dk1"/>
              </a:buClr>
              <a:buSzPts val="1100"/>
              <a:buFont typeface="Arial"/>
              <a:buNone/>
            </a:pPr>
            <a:r>
              <a:rPr lang="en-US" sz="1100">
                <a:solidFill>
                  <a:srgbClr val="666666"/>
                </a:solidFill>
              </a:rPr>
              <a:t>Support Vector Classifier for high-dimensional data.</a:t>
            </a:r>
            <a:endParaRPr sz="1100">
              <a:solidFill>
                <a:srgbClr val="666666"/>
              </a:solidFill>
            </a:endParaRPr>
          </a:p>
          <a:p>
            <a:pPr indent="0" lvl="0" marL="0" rtl="0" algn="l">
              <a:spcBef>
                <a:spcPts val="0"/>
              </a:spcBef>
              <a:spcAft>
                <a:spcPts val="0"/>
              </a:spcAft>
              <a:buNone/>
            </a:pPr>
            <a:r>
              <a:t/>
            </a:r>
            <a:endParaRPr b="1">
              <a:solidFill>
                <a:srgbClr val="E7191C"/>
              </a:solidFill>
              <a:latin typeface="Arial"/>
              <a:ea typeface="Arial"/>
              <a:cs typeface="Arial"/>
              <a:sym typeface="Arial"/>
            </a:endParaRPr>
          </a:p>
        </p:txBody>
      </p:sp>
      <p:sp>
        <p:nvSpPr>
          <p:cNvPr id="364" name="Google Shape;364;p39"/>
          <p:cNvSpPr txBox="1"/>
          <p:nvPr/>
        </p:nvSpPr>
        <p:spPr>
          <a:xfrm>
            <a:off x="2624375" y="1523925"/>
            <a:ext cx="1953600" cy="12384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n-US">
                <a:solidFill>
                  <a:srgbClr val="E7191C"/>
                </a:solidFill>
                <a:latin typeface="Arial"/>
                <a:ea typeface="Arial"/>
                <a:cs typeface="Arial"/>
                <a:sym typeface="Arial"/>
              </a:rPr>
              <a:t>LightGBM</a:t>
            </a:r>
            <a:endParaRPr b="1">
              <a:solidFill>
                <a:srgbClr val="E7191C"/>
              </a:solidFill>
              <a:latin typeface="Arial"/>
              <a:ea typeface="Arial"/>
              <a:cs typeface="Arial"/>
              <a:sym typeface="Arial"/>
            </a:endParaRPr>
          </a:p>
          <a:p>
            <a:pPr indent="0" lvl="0" marL="0" rtl="0" algn="l">
              <a:spcBef>
                <a:spcPts val="600"/>
              </a:spcBef>
              <a:spcAft>
                <a:spcPts val="0"/>
              </a:spcAft>
              <a:buNone/>
            </a:pPr>
            <a:r>
              <a:rPr lang="en-US" sz="1100">
                <a:solidFill>
                  <a:srgbClr val="666666"/>
                </a:solidFill>
              </a:rPr>
              <a:t>Gradient Boosting framework with high performance emphasis.</a:t>
            </a:r>
            <a:endParaRPr sz="1100">
              <a:solidFill>
                <a:srgbClr val="666666"/>
              </a:solidFill>
            </a:endParaRPr>
          </a:p>
          <a:p>
            <a:pPr indent="0" lvl="0" marL="0" rtl="0" algn="l">
              <a:spcBef>
                <a:spcPts val="0"/>
              </a:spcBef>
              <a:spcAft>
                <a:spcPts val="0"/>
              </a:spcAft>
              <a:buNone/>
            </a:pPr>
            <a:r>
              <a:t/>
            </a:r>
            <a:endParaRPr b="1">
              <a:solidFill>
                <a:srgbClr val="E7191C"/>
              </a:solidFill>
              <a:latin typeface="Arial"/>
              <a:ea typeface="Arial"/>
              <a:cs typeface="Arial"/>
              <a:sym typeface="Arial"/>
            </a:endParaRPr>
          </a:p>
        </p:txBody>
      </p:sp>
      <p:grpSp>
        <p:nvGrpSpPr>
          <p:cNvPr id="365" name="Google Shape;365;p39"/>
          <p:cNvGrpSpPr/>
          <p:nvPr/>
        </p:nvGrpSpPr>
        <p:grpSpPr>
          <a:xfrm>
            <a:off x="457200" y="1524000"/>
            <a:ext cx="1953600" cy="1238400"/>
            <a:chOff x="457200" y="1524000"/>
            <a:chExt cx="1953600" cy="1238400"/>
          </a:xfrm>
        </p:grpSpPr>
        <p:sp>
          <p:nvSpPr>
            <p:cNvPr id="366" name="Google Shape;366;p39"/>
            <p:cNvSpPr/>
            <p:nvPr/>
          </p:nvSpPr>
          <p:spPr>
            <a:xfrm>
              <a:off x="457200" y="1524000"/>
              <a:ext cx="1953600" cy="1238400"/>
            </a:xfrm>
            <a:prstGeom prst="roundRect">
              <a:avLst>
                <a:gd fmla="val 6153" name="adj"/>
              </a:avLst>
            </a:prstGeom>
            <a:solidFill>
              <a:srgbClr val="FFFFFF"/>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7" name="Google Shape;367;p39"/>
            <p:cNvSpPr txBox="1"/>
            <p:nvPr/>
          </p:nvSpPr>
          <p:spPr>
            <a:xfrm>
              <a:off x="457200" y="1524000"/>
              <a:ext cx="1953600" cy="12384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1" lang="en-US">
                  <a:solidFill>
                    <a:srgbClr val="E7191C"/>
                  </a:solidFill>
                  <a:latin typeface="Arial"/>
                  <a:ea typeface="Arial"/>
                  <a:cs typeface="Arial"/>
                  <a:sym typeface="Arial"/>
                </a:rPr>
                <a:t>Random Forest</a:t>
              </a:r>
              <a:endParaRPr b="1" sz="1400">
                <a:solidFill>
                  <a:srgbClr val="E7191C"/>
                </a:solidFill>
                <a:latin typeface="Arial"/>
                <a:ea typeface="Arial"/>
                <a:cs typeface="Arial"/>
                <a:sym typeface="Arial"/>
              </a:endParaRPr>
            </a:p>
            <a:p>
              <a:pPr indent="0" lvl="0" marL="0" rtl="0" algn="l">
                <a:spcBef>
                  <a:spcPts val="600"/>
                </a:spcBef>
                <a:spcAft>
                  <a:spcPts val="0"/>
                </a:spcAft>
                <a:buNone/>
              </a:pPr>
              <a:r>
                <a:rPr lang="en-US" sz="1100">
                  <a:solidFill>
                    <a:srgbClr val="666666"/>
                  </a:solidFill>
                  <a:latin typeface="Arial"/>
                  <a:ea typeface="Arial"/>
                  <a:cs typeface="Arial"/>
                  <a:sym typeface="Arial"/>
                </a:rPr>
                <a:t>Utilized as a robust baseline for comparison.</a:t>
              </a:r>
              <a:endParaRPr sz="1100">
                <a:solidFill>
                  <a:srgbClr val="666666"/>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1" name="Shape 371"/>
        <p:cNvGrpSpPr/>
        <p:nvPr/>
      </p:nvGrpSpPr>
      <p:grpSpPr>
        <a:xfrm>
          <a:off x="0" y="0"/>
          <a:ext cx="0" cy="0"/>
          <a:chOff x="0" y="0"/>
          <a:chExt cx="0" cy="0"/>
        </a:xfrm>
      </p:grpSpPr>
      <p:sp>
        <p:nvSpPr>
          <p:cNvPr id="372" name="Google Shape;372;p40"/>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p>
            <a:pPr indent="0" lvl="0" marL="0" rtl="0" algn="r">
              <a:spcBef>
                <a:spcPts val="0"/>
              </a:spcBef>
              <a:spcAft>
                <a:spcPts val="0"/>
              </a:spcAft>
              <a:buNone/>
            </a:pPr>
            <a:fld id="{00000000-1234-1234-1234-123412341234}" type="slidenum">
              <a:rPr lang="en-US"/>
              <a:t>‹#›</a:t>
            </a:fld>
            <a:endParaRPr/>
          </a:p>
        </p:txBody>
      </p:sp>
      <p:sp>
        <p:nvSpPr>
          <p:cNvPr id="373" name="Google Shape;373;p40"/>
          <p:cNvSpPr/>
          <p:nvPr/>
        </p:nvSpPr>
        <p:spPr>
          <a:xfrm>
            <a:off x="0" y="0"/>
            <a:ext cx="9144000" cy="7620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74" name="Google Shape;374;p40"/>
          <p:cNvCxnSpPr/>
          <p:nvPr/>
        </p:nvCxnSpPr>
        <p:spPr>
          <a:xfrm>
            <a:off x="457200" y="762000"/>
            <a:ext cx="8229600" cy="0"/>
          </a:xfrm>
          <a:prstGeom prst="straightConnector1">
            <a:avLst/>
          </a:prstGeom>
          <a:solidFill>
            <a:srgbClr val="FFFFFF"/>
          </a:solidFill>
          <a:ln cap="flat" cmpd="sng" w="19050">
            <a:solidFill>
              <a:srgbClr val="E7191C"/>
            </a:solidFill>
            <a:prstDash val="solid"/>
            <a:round/>
            <a:headEnd len="sm" w="sm" type="none"/>
            <a:tailEnd len="sm" w="sm" type="none"/>
          </a:ln>
        </p:spPr>
      </p:cxnSp>
      <p:sp>
        <p:nvSpPr>
          <p:cNvPr id="375" name="Google Shape;375;p40"/>
          <p:cNvSpPr txBox="1"/>
          <p:nvPr>
            <p:ph type="title"/>
          </p:nvPr>
        </p:nvSpPr>
        <p:spPr>
          <a:xfrm>
            <a:off x="457200" y="0"/>
            <a:ext cx="82296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E7191C"/>
                </a:solidFill>
                <a:latin typeface="Arial"/>
                <a:ea typeface="Arial"/>
                <a:cs typeface="Arial"/>
                <a:sym typeface="Arial"/>
              </a:rPr>
              <a:t>Results and Evaluations</a:t>
            </a:r>
            <a:endParaRPr b="1" sz="2400">
              <a:solidFill>
                <a:srgbClr val="E7191C"/>
              </a:solidFill>
              <a:latin typeface="Arial"/>
              <a:ea typeface="Arial"/>
              <a:cs typeface="Arial"/>
              <a:sym typeface="Arial"/>
            </a:endParaRPr>
          </a:p>
        </p:txBody>
      </p:sp>
      <p:grpSp>
        <p:nvGrpSpPr>
          <p:cNvPr id="376" name="Google Shape;376;p40"/>
          <p:cNvGrpSpPr/>
          <p:nvPr/>
        </p:nvGrpSpPr>
        <p:grpSpPr>
          <a:xfrm>
            <a:off x="457200" y="1047750"/>
            <a:ext cx="3905400" cy="1714500"/>
            <a:chOff x="457200" y="1047750"/>
            <a:chExt cx="3905400" cy="1714500"/>
          </a:xfrm>
        </p:grpSpPr>
        <p:sp>
          <p:nvSpPr>
            <p:cNvPr id="377" name="Google Shape;377;p40"/>
            <p:cNvSpPr/>
            <p:nvPr/>
          </p:nvSpPr>
          <p:spPr>
            <a:xfrm>
              <a:off x="457200" y="1047750"/>
              <a:ext cx="3905400" cy="1714500"/>
            </a:xfrm>
            <a:prstGeom prst="roundRect">
              <a:avLst>
                <a:gd fmla="val 4444" name="adj"/>
              </a:avLst>
            </a:prstGeom>
            <a:solidFill>
              <a:srgbClr val="FDECE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40"/>
            <p:cNvSpPr txBox="1"/>
            <p:nvPr/>
          </p:nvSpPr>
          <p:spPr>
            <a:xfrm>
              <a:off x="457200" y="1047750"/>
              <a:ext cx="3905400" cy="1714500"/>
            </a:xfrm>
            <a:prstGeom prst="rect">
              <a:avLst/>
            </a:prstGeom>
            <a:noFill/>
            <a:ln>
              <a:noFill/>
            </a:ln>
          </p:spPr>
          <p:txBody>
            <a:bodyPr anchorCtr="0" anchor="ctr" bIns="190500" lIns="190500" spcFirstLastPara="1" rIns="190500" wrap="square" tIns="190500">
              <a:noAutofit/>
            </a:bodyPr>
            <a:lstStyle/>
            <a:p>
              <a:pPr indent="0" lvl="0" marL="0" rtl="0" algn="l">
                <a:spcBef>
                  <a:spcPts val="750"/>
                </a:spcBef>
                <a:spcAft>
                  <a:spcPts val="0"/>
                </a:spcAft>
                <a:buClr>
                  <a:schemeClr val="dk1"/>
                </a:buClr>
                <a:buSzPts val="1100"/>
                <a:buFont typeface="Arial"/>
                <a:buNone/>
              </a:pPr>
              <a:r>
                <a:rPr b="1" lang="en-US" sz="1100">
                  <a:solidFill>
                    <a:schemeClr val="dk1"/>
                  </a:solidFill>
                </a:rPr>
                <a:t>SVC (Chosen Final Model)</a:t>
              </a:r>
              <a:endParaRPr b="1" sz="1100">
                <a:solidFill>
                  <a:schemeClr val="dk1"/>
                </a:solidFill>
              </a:endParaRPr>
            </a:p>
            <a:p>
              <a:pPr indent="0" lvl="0" marL="0" rtl="0" algn="l">
                <a:spcBef>
                  <a:spcPts val="750"/>
                </a:spcBef>
                <a:spcAft>
                  <a:spcPts val="0"/>
                </a:spcAft>
                <a:buClr>
                  <a:schemeClr val="dk1"/>
                </a:buClr>
                <a:buSzPts val="1100"/>
                <a:buFont typeface="Arial"/>
                <a:buNone/>
              </a:pPr>
              <a:r>
                <a:rPr lang="en-US" sz="1100">
                  <a:solidFill>
                    <a:schemeClr val="dk1"/>
                  </a:solidFill>
                </a:rPr>
                <a:t>ROC-AUC Score: </a:t>
              </a:r>
              <a:r>
                <a:rPr b="1" lang="en-US" sz="1100">
                  <a:solidFill>
                    <a:schemeClr val="dk1"/>
                  </a:solidFill>
                </a:rPr>
                <a:t>82.51%</a:t>
              </a:r>
              <a:endParaRPr b="1" sz="1100">
                <a:solidFill>
                  <a:schemeClr val="dk1"/>
                </a:solidFill>
              </a:endParaRPr>
            </a:p>
            <a:p>
              <a:pPr indent="0" lvl="0" marL="0" rtl="0" algn="l">
                <a:spcBef>
                  <a:spcPts val="750"/>
                </a:spcBef>
                <a:spcAft>
                  <a:spcPts val="0"/>
                </a:spcAft>
                <a:buClr>
                  <a:schemeClr val="dk1"/>
                </a:buClr>
                <a:buSzPts val="1100"/>
                <a:buFont typeface="Arial"/>
                <a:buNone/>
              </a:pPr>
              <a:r>
                <a:rPr lang="en-US" sz="1100">
                  <a:solidFill>
                    <a:schemeClr val="dk1"/>
                  </a:solidFill>
                </a:rPr>
                <a:t>Overall Accuracy: </a:t>
              </a:r>
              <a:r>
                <a:rPr b="1" lang="en-US" sz="1100">
                  <a:solidFill>
                    <a:schemeClr val="dk1"/>
                  </a:solidFill>
                </a:rPr>
                <a:t>73.35%</a:t>
              </a:r>
              <a:endParaRPr b="1" sz="1100">
                <a:solidFill>
                  <a:schemeClr val="dk1"/>
                </a:solidFill>
              </a:endParaRPr>
            </a:p>
            <a:p>
              <a:pPr indent="0" lvl="0" marL="0" rtl="0" algn="l">
                <a:spcBef>
                  <a:spcPts val="750"/>
                </a:spcBef>
                <a:spcAft>
                  <a:spcPts val="0"/>
                </a:spcAft>
                <a:buNone/>
              </a:pPr>
              <a:r>
                <a:rPr lang="en-US" sz="1100">
                  <a:solidFill>
                    <a:schemeClr val="dk1"/>
                  </a:solidFill>
                </a:rPr>
                <a:t>Recall for Churn: </a:t>
              </a:r>
              <a:r>
                <a:rPr b="1" lang="en-US" sz="1300">
                  <a:solidFill>
                    <a:srgbClr val="E7191C"/>
                  </a:solidFill>
                </a:rPr>
                <a:t>77%</a:t>
              </a:r>
              <a:endParaRPr b="1" sz="1800">
                <a:solidFill>
                  <a:srgbClr val="E7191C"/>
                </a:solidFill>
                <a:latin typeface="Arial"/>
                <a:ea typeface="Arial"/>
                <a:cs typeface="Arial"/>
                <a:sym typeface="Arial"/>
              </a:endParaRPr>
            </a:p>
          </p:txBody>
        </p:sp>
      </p:grpSp>
      <p:grpSp>
        <p:nvGrpSpPr>
          <p:cNvPr id="379" name="Google Shape;379;p40"/>
          <p:cNvGrpSpPr/>
          <p:nvPr/>
        </p:nvGrpSpPr>
        <p:grpSpPr>
          <a:xfrm>
            <a:off x="4781550" y="1047750"/>
            <a:ext cx="3905400" cy="1714500"/>
            <a:chOff x="4781550" y="1047750"/>
            <a:chExt cx="3905400" cy="1714500"/>
          </a:xfrm>
        </p:grpSpPr>
        <p:sp>
          <p:nvSpPr>
            <p:cNvPr id="380" name="Google Shape;380;p40"/>
            <p:cNvSpPr/>
            <p:nvPr/>
          </p:nvSpPr>
          <p:spPr>
            <a:xfrm>
              <a:off x="4781550" y="1047750"/>
              <a:ext cx="3905400" cy="1714500"/>
            </a:xfrm>
            <a:prstGeom prst="roundRect">
              <a:avLst>
                <a:gd fmla="val 4444"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40"/>
            <p:cNvSpPr txBox="1"/>
            <p:nvPr/>
          </p:nvSpPr>
          <p:spPr>
            <a:xfrm>
              <a:off x="4781550" y="1047750"/>
              <a:ext cx="3905400" cy="1714500"/>
            </a:xfrm>
            <a:prstGeom prst="rect">
              <a:avLst/>
            </a:prstGeom>
            <a:noFill/>
            <a:ln>
              <a:noFill/>
            </a:ln>
          </p:spPr>
          <p:txBody>
            <a:bodyPr anchorCtr="0" anchor="ctr" bIns="190500" lIns="190500" spcFirstLastPara="1" rIns="190500" wrap="square" tIns="190500">
              <a:noAutofit/>
            </a:bodyPr>
            <a:lstStyle/>
            <a:p>
              <a:pPr indent="0" lvl="0" marL="0" rtl="0" algn="l">
                <a:lnSpc>
                  <a:spcPct val="150000"/>
                </a:lnSpc>
                <a:spcBef>
                  <a:spcPts val="0"/>
                </a:spcBef>
                <a:spcAft>
                  <a:spcPts val="0"/>
                </a:spcAft>
                <a:buClr>
                  <a:schemeClr val="dk1"/>
                </a:buClr>
                <a:buSzPts val="1100"/>
                <a:buFont typeface="Arial"/>
                <a:buNone/>
              </a:pPr>
              <a:r>
                <a:rPr b="1" lang="en-US" sz="1100">
                  <a:solidFill>
                    <a:srgbClr val="777777"/>
                  </a:solidFill>
                </a:rPr>
                <a:t>Random Forest Baseline</a:t>
              </a:r>
              <a:endParaRPr b="1" sz="1100">
                <a:solidFill>
                  <a:srgbClr val="777777"/>
                </a:solidFill>
              </a:endParaRPr>
            </a:p>
            <a:p>
              <a:pPr indent="0" lvl="0" marL="0" rtl="0" algn="l">
                <a:lnSpc>
                  <a:spcPct val="150000"/>
                </a:lnSpc>
                <a:spcBef>
                  <a:spcPts val="0"/>
                </a:spcBef>
                <a:spcAft>
                  <a:spcPts val="0"/>
                </a:spcAft>
                <a:buClr>
                  <a:schemeClr val="dk1"/>
                </a:buClr>
                <a:buSzPts val="1100"/>
                <a:buFont typeface="Arial"/>
                <a:buNone/>
              </a:pPr>
              <a:r>
                <a:rPr lang="en-US" sz="1100">
                  <a:solidFill>
                    <a:srgbClr val="777777"/>
                  </a:solidFill>
                </a:rPr>
                <a:t>ROC-AUC Score: </a:t>
              </a:r>
              <a:r>
                <a:rPr b="1" lang="en-US" sz="1100">
                  <a:solidFill>
                    <a:srgbClr val="777777"/>
                  </a:solidFill>
                </a:rPr>
                <a:t>80.59%</a:t>
              </a:r>
              <a:endParaRPr b="1" sz="1100">
                <a:solidFill>
                  <a:srgbClr val="777777"/>
                </a:solidFill>
              </a:endParaRPr>
            </a:p>
            <a:p>
              <a:pPr indent="0" lvl="0" marL="0" rtl="0" algn="l">
                <a:lnSpc>
                  <a:spcPct val="150000"/>
                </a:lnSpc>
                <a:spcBef>
                  <a:spcPts val="0"/>
                </a:spcBef>
                <a:spcAft>
                  <a:spcPts val="0"/>
                </a:spcAft>
                <a:buClr>
                  <a:schemeClr val="dk1"/>
                </a:buClr>
                <a:buSzPts val="1100"/>
                <a:buFont typeface="Arial"/>
                <a:buNone/>
              </a:pPr>
              <a:r>
                <a:rPr lang="en-US" sz="1100">
                  <a:solidFill>
                    <a:srgbClr val="777777"/>
                  </a:solidFill>
                </a:rPr>
                <a:t>Overall Accuracy: </a:t>
              </a:r>
              <a:r>
                <a:rPr b="1" lang="en-US" sz="1100">
                  <a:solidFill>
                    <a:srgbClr val="777777"/>
                  </a:solidFill>
                </a:rPr>
                <a:t>76.69%</a:t>
              </a:r>
              <a:endParaRPr b="1" sz="1100">
                <a:solidFill>
                  <a:srgbClr val="777777"/>
                </a:solidFill>
              </a:endParaRPr>
            </a:p>
            <a:p>
              <a:pPr indent="0" lvl="0" marL="0" rtl="0" algn="l">
                <a:lnSpc>
                  <a:spcPct val="150000"/>
                </a:lnSpc>
                <a:spcBef>
                  <a:spcPts val="0"/>
                </a:spcBef>
                <a:spcAft>
                  <a:spcPts val="0"/>
                </a:spcAft>
                <a:buNone/>
              </a:pPr>
              <a:r>
                <a:rPr lang="en-US" sz="1100">
                  <a:solidFill>
                    <a:srgbClr val="777777"/>
                  </a:solidFill>
                </a:rPr>
                <a:t>Recall for Churn: </a:t>
              </a:r>
              <a:r>
                <a:rPr b="1" lang="en-US" sz="1100">
                  <a:solidFill>
                    <a:srgbClr val="777777"/>
                  </a:solidFill>
                </a:rPr>
                <a:t>57%</a:t>
              </a:r>
              <a:endParaRPr b="1" sz="1600">
                <a:solidFill>
                  <a:srgbClr val="777777"/>
                </a:solidFill>
                <a:latin typeface="Arial"/>
                <a:ea typeface="Arial"/>
                <a:cs typeface="Arial"/>
                <a:sym typeface="Arial"/>
              </a:endParaRPr>
            </a:p>
          </p:txBody>
        </p:sp>
      </p:grpSp>
      <p:grpSp>
        <p:nvGrpSpPr>
          <p:cNvPr id="382" name="Google Shape;382;p40"/>
          <p:cNvGrpSpPr/>
          <p:nvPr/>
        </p:nvGrpSpPr>
        <p:grpSpPr>
          <a:xfrm>
            <a:off x="0" y="0"/>
            <a:ext cx="8686800" cy="4191000"/>
            <a:chOff x="0" y="0"/>
            <a:chExt cx="8686800" cy="4191000"/>
          </a:xfrm>
        </p:grpSpPr>
        <p:pic>
          <p:nvPicPr>
            <p:cNvPr id="383" name="Google Shape;383;p40"/>
            <p:cNvPicPr preferRelativeResize="0"/>
            <p:nvPr/>
          </p:nvPicPr>
          <p:blipFill rotWithShape="1">
            <a:blip r:embed="rId4">
              <a:alphaModFix/>
            </a:blip>
            <a:srcRect b="264050" l="-5490" r="5490" t="-264050"/>
            <a:stretch/>
          </p:blipFill>
          <p:spPr>
            <a:xfrm>
              <a:off x="0" y="0"/>
              <a:ext cx="8239200" cy="1152600"/>
            </a:xfrm>
            <a:prstGeom prst="rect">
              <a:avLst/>
            </a:prstGeom>
            <a:noFill/>
            <a:ln>
              <a:noFill/>
            </a:ln>
          </p:spPr>
        </p:pic>
        <p:sp>
          <p:nvSpPr>
            <p:cNvPr id="384" name="Google Shape;384;p40"/>
            <p:cNvSpPr txBox="1"/>
            <p:nvPr/>
          </p:nvSpPr>
          <p:spPr>
            <a:xfrm>
              <a:off x="457200" y="3048000"/>
              <a:ext cx="8229600" cy="1143000"/>
            </a:xfrm>
            <a:prstGeom prst="rect">
              <a:avLst/>
            </a:prstGeom>
            <a:solidFill>
              <a:srgbClr val="000000">
                <a:alpha val="0"/>
              </a:srgbClr>
            </a:solidFill>
            <a:ln>
              <a:noFill/>
            </a:ln>
          </p:spPr>
          <p:txBody>
            <a:bodyPr anchorCtr="0" anchor="ctr" bIns="0" lIns="571500" spcFirstLastPara="1" rIns="285750" wrap="square" tIns="0">
              <a:noAutofit/>
            </a:bodyPr>
            <a:lstStyle/>
            <a:p>
              <a:pPr indent="0" lvl="0" marL="0" rtl="0" algn="l">
                <a:spcBef>
                  <a:spcPts val="0"/>
                </a:spcBef>
                <a:spcAft>
                  <a:spcPts val="0"/>
                </a:spcAft>
                <a:buNone/>
              </a:pPr>
              <a:r>
                <a:rPr lang="en-US" sz="1200">
                  <a:solidFill>
                    <a:srgbClr val="333333"/>
                  </a:solidFill>
                </a:rPr>
                <a:t>Although XGBoost had the highest ROC-AUC, SVC was chosen because it detected more real churners. Its 77% churn recall made it more useful for retention.</a:t>
              </a:r>
              <a:endParaRPr b="0" sz="1200">
                <a:solidFill>
                  <a:srgbClr val="333333"/>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1"/>
          <p:cNvSpPr txBox="1"/>
          <p:nvPr>
            <p:ph idx="12" type="sldNum"/>
          </p:nvPr>
        </p:nvSpPr>
        <p:spPr>
          <a:xfrm>
            <a:off x="3449064" y="4777436"/>
            <a:ext cx="2133600" cy="273844"/>
          </a:xfrm>
          <a:prstGeom prst="rect">
            <a:avLst/>
          </a:prstGeom>
          <a:noFill/>
          <a:ln>
            <a:noFill/>
          </a:ln>
        </p:spPr>
        <p:txBody>
          <a:bodyPr anchorCtr="0" anchor="ctr" bIns="40800" lIns="81625" spcFirstLastPara="1" rIns="81625" wrap="square" tIns="40800">
            <a:noAutofit/>
          </a:bodyPr>
          <a:lstStyle/>
          <a:p>
            <a:pPr indent="0" lvl="0" marL="0" rtl="0" algn="r">
              <a:spcBef>
                <a:spcPts val="0"/>
              </a:spcBef>
              <a:spcAft>
                <a:spcPts val="0"/>
              </a:spcAft>
              <a:buNone/>
            </a:pPr>
            <a:fld id="{00000000-1234-1234-1234-123412341234}" type="slidenum">
              <a:rPr lang="en-US"/>
              <a:t>‹#›</a:t>
            </a:fld>
            <a:endParaRPr/>
          </a:p>
        </p:txBody>
      </p:sp>
      <p:sp>
        <p:nvSpPr>
          <p:cNvPr id="390" name="Google Shape;390;p41"/>
          <p:cNvSpPr txBox="1"/>
          <p:nvPr>
            <p:ph idx="1" type="body"/>
          </p:nvPr>
        </p:nvSpPr>
        <p:spPr>
          <a:xfrm>
            <a:off x="459380" y="701040"/>
            <a:ext cx="8230243" cy="3806190"/>
          </a:xfrm>
          <a:prstGeom prst="rect">
            <a:avLst/>
          </a:prstGeom>
          <a:noFill/>
          <a:ln>
            <a:noFill/>
          </a:ln>
        </p:spPr>
        <p:txBody>
          <a:bodyPr anchorCtr="0" anchor="t" bIns="40800" lIns="81625" spcFirstLastPara="1" rIns="81625" wrap="square" tIns="40800">
            <a:normAutofit/>
          </a:bodyPr>
          <a:lstStyle/>
          <a:p>
            <a:pPr indent="-298450" lvl="0" marL="457200" rtl="0" algn="l">
              <a:lnSpc>
                <a:spcPct val="200000"/>
              </a:lnSpc>
              <a:spcBef>
                <a:spcPts val="0"/>
              </a:spcBef>
              <a:spcAft>
                <a:spcPts val="0"/>
              </a:spcAft>
              <a:buSzPts val="1100"/>
              <a:buAutoNum type="arabicPeriod"/>
            </a:pPr>
            <a:r>
              <a:rPr b="1" lang="en-US" sz="1300">
                <a:solidFill>
                  <a:srgbClr val="E7191C"/>
                </a:solidFill>
              </a:rPr>
              <a:t>Focus more on customers with month-to-month contracts</a:t>
            </a:r>
            <a:br>
              <a:rPr b="1" lang="en-US" sz="1100">
                <a:solidFill>
                  <a:srgbClr val="E7191C"/>
                </a:solidFill>
              </a:rPr>
            </a:br>
            <a:r>
              <a:rPr lang="en-US" sz="1100"/>
              <a:t> These customers are more likely to leave, so the company should pay more attention to them.</a:t>
            </a:r>
            <a:endParaRPr sz="1100"/>
          </a:p>
          <a:p>
            <a:pPr indent="-298450" lvl="0" marL="457200" rtl="0" algn="l">
              <a:lnSpc>
                <a:spcPct val="200000"/>
              </a:lnSpc>
              <a:spcBef>
                <a:spcPts val="0"/>
              </a:spcBef>
              <a:spcAft>
                <a:spcPts val="0"/>
              </a:spcAft>
              <a:buSzPts val="1100"/>
              <a:buAutoNum type="arabicPeriod"/>
            </a:pPr>
            <a:r>
              <a:rPr b="1" lang="en-US" sz="1300">
                <a:solidFill>
                  <a:srgbClr val="E7191C"/>
                </a:solidFill>
              </a:rPr>
              <a:t>Pay attention to customers in their first 1–5 months</a:t>
            </a:r>
            <a:br>
              <a:rPr b="1" lang="en-US" sz="1100">
                <a:solidFill>
                  <a:srgbClr val="E7191C"/>
                </a:solidFill>
              </a:rPr>
            </a:br>
            <a:r>
              <a:rPr lang="en-US" sz="1100"/>
              <a:t> Many customers leave early, so the company should support them from the beginning.</a:t>
            </a:r>
            <a:endParaRPr sz="1100"/>
          </a:p>
          <a:p>
            <a:pPr indent="-298450" lvl="0" marL="457200" rtl="0" algn="l">
              <a:lnSpc>
                <a:spcPct val="200000"/>
              </a:lnSpc>
              <a:spcBef>
                <a:spcPts val="0"/>
              </a:spcBef>
              <a:spcAft>
                <a:spcPts val="0"/>
              </a:spcAft>
              <a:buSzPts val="1100"/>
              <a:buAutoNum type="arabicPeriod"/>
            </a:pPr>
            <a:r>
              <a:rPr b="1" lang="en-US" sz="1300">
                <a:solidFill>
                  <a:srgbClr val="E7191C"/>
                </a:solidFill>
              </a:rPr>
              <a:t>Encourage services like Tech Support and Online Security</a:t>
            </a:r>
            <a:br>
              <a:rPr b="1" lang="en-US" sz="1100">
                <a:solidFill>
                  <a:srgbClr val="E7191C"/>
                </a:solidFill>
              </a:rPr>
            </a:br>
            <a:r>
              <a:rPr lang="en-US" sz="1100"/>
              <a:t> Customers without these services were more likely to churn, so offering them may help customers stay.</a:t>
            </a:r>
            <a:endParaRPr sz="1100"/>
          </a:p>
          <a:p>
            <a:pPr indent="-298450" lvl="0" marL="457200" rtl="0" algn="l">
              <a:lnSpc>
                <a:spcPct val="200000"/>
              </a:lnSpc>
              <a:spcBef>
                <a:spcPts val="0"/>
              </a:spcBef>
              <a:spcAft>
                <a:spcPts val="0"/>
              </a:spcAft>
              <a:buSzPts val="1100"/>
              <a:buAutoNum type="arabicPeriod"/>
            </a:pPr>
            <a:r>
              <a:rPr b="1" lang="en-US" sz="1300">
                <a:solidFill>
                  <a:srgbClr val="E7191C"/>
                </a:solidFill>
              </a:rPr>
              <a:t>Use the model to find risky customers early</a:t>
            </a:r>
            <a:br>
              <a:rPr b="1" lang="en-US" sz="1100">
                <a:solidFill>
                  <a:srgbClr val="E7191C"/>
                </a:solidFill>
              </a:rPr>
            </a:br>
            <a:r>
              <a:rPr lang="en-US" sz="1100"/>
              <a:t> The model can help the company find customers who may leave, so the company can act before they churn.</a:t>
            </a:r>
            <a:endParaRPr sz="1100"/>
          </a:p>
          <a:p>
            <a:pPr indent="-191824" lvl="0" marL="306124" rtl="0" algn="l">
              <a:spcBef>
                <a:spcPts val="0"/>
              </a:spcBef>
              <a:spcAft>
                <a:spcPts val="0"/>
              </a:spcAft>
              <a:buClr>
                <a:schemeClr val="dk1"/>
              </a:buClr>
              <a:buSzPts val="1800"/>
              <a:buFont typeface="Arial"/>
              <a:buNone/>
            </a:pPr>
            <a:r>
              <a:t/>
            </a:r>
            <a:endParaRPr sz="1400"/>
          </a:p>
        </p:txBody>
      </p:sp>
      <p:sp>
        <p:nvSpPr>
          <p:cNvPr id="391" name="Google Shape;391;p41"/>
          <p:cNvSpPr txBox="1"/>
          <p:nvPr>
            <p:ph type="title"/>
          </p:nvPr>
        </p:nvSpPr>
        <p:spPr>
          <a:xfrm>
            <a:off x="457200" y="0"/>
            <a:ext cx="8229600" cy="555498"/>
          </a:xfrm>
          <a:prstGeom prst="rect">
            <a:avLst/>
          </a:prstGeom>
          <a:noFill/>
          <a:ln>
            <a:noFill/>
          </a:ln>
        </p:spPr>
        <p:txBody>
          <a:bodyPr anchorCtr="0" anchor="b" bIns="40800" lIns="81625" spcFirstLastPara="1" rIns="81625" wrap="square" tIns="40800">
            <a:noAutofit/>
          </a:bodyPr>
          <a:lstStyle/>
          <a:p>
            <a:pPr indent="0" lvl="0" marL="0" rtl="0" algn="l">
              <a:spcBef>
                <a:spcPts val="0"/>
              </a:spcBef>
              <a:spcAft>
                <a:spcPts val="0"/>
              </a:spcAft>
              <a:buClr>
                <a:srgbClr val="E7191C"/>
              </a:buClr>
              <a:buSzPts val="2400"/>
              <a:buFont typeface="Arial"/>
              <a:buNone/>
            </a:pPr>
            <a:r>
              <a:rPr lang="en-US"/>
              <a:t>Business Strategy &amp; Recommendations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2"/>
          <p:cNvSpPr txBox="1"/>
          <p:nvPr>
            <p:ph idx="12" type="sldNum"/>
          </p:nvPr>
        </p:nvSpPr>
        <p:spPr>
          <a:xfrm>
            <a:off x="3449064" y="4777436"/>
            <a:ext cx="2133600" cy="273900"/>
          </a:xfrm>
          <a:prstGeom prst="rect">
            <a:avLst/>
          </a:prstGeom>
          <a:noFill/>
          <a:ln>
            <a:noFill/>
          </a:ln>
        </p:spPr>
        <p:txBody>
          <a:bodyPr anchorCtr="0" anchor="ctr" bIns="40800" lIns="81625" spcFirstLastPara="1" rIns="81625" wrap="square" tIns="40800">
            <a:noAutofit/>
          </a:bodyPr>
          <a:lstStyle/>
          <a:p>
            <a:pPr indent="0" lvl="0" marL="0" rtl="0" algn="r">
              <a:spcBef>
                <a:spcPts val="0"/>
              </a:spcBef>
              <a:spcAft>
                <a:spcPts val="0"/>
              </a:spcAft>
              <a:buNone/>
            </a:pPr>
            <a:fld id="{00000000-1234-1234-1234-123412341234}" type="slidenum">
              <a:rPr lang="en-US"/>
              <a:t>‹#›</a:t>
            </a:fld>
            <a:endParaRPr/>
          </a:p>
        </p:txBody>
      </p:sp>
      <p:sp>
        <p:nvSpPr>
          <p:cNvPr id="397" name="Google Shape;397;p42"/>
          <p:cNvSpPr txBox="1"/>
          <p:nvPr>
            <p:ph idx="1" type="body"/>
          </p:nvPr>
        </p:nvSpPr>
        <p:spPr>
          <a:xfrm>
            <a:off x="459380" y="701040"/>
            <a:ext cx="8230200" cy="3806100"/>
          </a:xfrm>
          <a:prstGeom prst="rect">
            <a:avLst/>
          </a:prstGeom>
          <a:noFill/>
          <a:ln>
            <a:noFill/>
          </a:ln>
        </p:spPr>
        <p:txBody>
          <a:bodyPr anchorCtr="0" anchor="t" bIns="40800" lIns="81625" spcFirstLastPara="1" rIns="81625" wrap="square" tIns="40800">
            <a:normAutofit/>
          </a:bodyPr>
          <a:lstStyle/>
          <a:p>
            <a:pPr indent="-191825" lvl="0" marL="306125" rtl="0" algn="l">
              <a:spcBef>
                <a:spcPts val="0"/>
              </a:spcBef>
              <a:spcAft>
                <a:spcPts val="0"/>
              </a:spcAft>
              <a:buClr>
                <a:schemeClr val="dk1"/>
              </a:buClr>
              <a:buSzPts val="1800"/>
              <a:buFont typeface="Arial"/>
              <a:buNone/>
            </a:pPr>
            <a:r>
              <a:t/>
            </a:r>
            <a:endParaRPr sz="1400"/>
          </a:p>
          <a:p>
            <a:pPr indent="0" lvl="0" marL="0" rtl="0" algn="l">
              <a:lnSpc>
                <a:spcPct val="150000"/>
              </a:lnSpc>
              <a:spcBef>
                <a:spcPts val="0"/>
              </a:spcBef>
              <a:spcAft>
                <a:spcPts val="0"/>
              </a:spcAft>
              <a:buNone/>
            </a:pPr>
            <a:r>
              <a:rPr b="1" lang="en-US" sz="1400">
                <a:solidFill>
                  <a:srgbClr val="E7191C"/>
                </a:solidFill>
                <a:latin typeface="Arial"/>
                <a:ea typeface="Arial"/>
                <a:cs typeface="Arial"/>
                <a:sym typeface="Arial"/>
              </a:rPr>
              <a:t>Model Enhancements</a:t>
            </a:r>
            <a:endParaRPr b="1" sz="1400">
              <a:solidFill>
                <a:srgbClr val="E7191C"/>
              </a:solidFill>
              <a:latin typeface="Arial"/>
              <a:ea typeface="Arial"/>
              <a:cs typeface="Arial"/>
              <a:sym typeface="Arial"/>
            </a:endParaRPr>
          </a:p>
          <a:p>
            <a:pPr indent="0" lvl="0" marL="0" rtl="0" algn="l">
              <a:lnSpc>
                <a:spcPct val="150000"/>
              </a:lnSpc>
              <a:spcBef>
                <a:spcPts val="0"/>
              </a:spcBef>
              <a:spcAft>
                <a:spcPts val="0"/>
              </a:spcAft>
              <a:buNone/>
            </a:pPr>
            <a:r>
              <a:rPr lang="en-US" sz="1400"/>
              <a:t>Implement Ensemble Stacking to leverage the combined strengths of SVC, XGBoost, and LightGBM.</a:t>
            </a:r>
            <a:endParaRPr sz="1400"/>
          </a:p>
          <a:p>
            <a:pPr indent="0" lvl="0" marL="0" rtl="0" algn="l">
              <a:lnSpc>
                <a:spcPct val="150000"/>
              </a:lnSpc>
              <a:spcBef>
                <a:spcPts val="0"/>
              </a:spcBef>
              <a:spcAft>
                <a:spcPts val="0"/>
              </a:spcAft>
              <a:buNone/>
            </a:pPr>
            <a:r>
              <a:t/>
            </a:r>
            <a:endParaRPr sz="1400"/>
          </a:p>
          <a:p>
            <a:pPr indent="0" lvl="0" marL="0" rtl="0" algn="l">
              <a:spcBef>
                <a:spcPts val="0"/>
              </a:spcBef>
              <a:spcAft>
                <a:spcPts val="0"/>
              </a:spcAft>
              <a:buNone/>
            </a:pPr>
            <a:r>
              <a:rPr b="1" lang="en-US" sz="1400">
                <a:solidFill>
                  <a:srgbClr val="E7191C"/>
                </a:solidFill>
                <a:latin typeface="Arial"/>
                <a:ea typeface="Arial"/>
                <a:cs typeface="Arial"/>
                <a:sym typeface="Arial"/>
              </a:rPr>
              <a:t>Data Expansion</a:t>
            </a:r>
            <a:endParaRPr sz="1400">
              <a:solidFill>
                <a:srgbClr val="333333"/>
              </a:solidFill>
            </a:endParaRPr>
          </a:p>
          <a:p>
            <a:pPr indent="0" lvl="0" marL="0" rtl="0" algn="l">
              <a:spcBef>
                <a:spcPts val="1125"/>
              </a:spcBef>
              <a:spcAft>
                <a:spcPts val="0"/>
              </a:spcAft>
              <a:buNone/>
            </a:pPr>
            <a:r>
              <a:rPr lang="en-US" sz="1400"/>
              <a:t>Utilize unstructured, reactive data sources such as customer service logs and direct complaints.</a:t>
            </a:r>
            <a:endParaRPr sz="1400"/>
          </a:p>
          <a:p>
            <a:pPr indent="0" lvl="0" marL="0" rtl="0" algn="l">
              <a:spcBef>
                <a:spcPts val="1125"/>
              </a:spcBef>
              <a:spcAft>
                <a:spcPts val="0"/>
              </a:spcAft>
              <a:buNone/>
            </a:pPr>
            <a:r>
              <a:t/>
            </a:r>
            <a:endParaRPr sz="1400"/>
          </a:p>
          <a:p>
            <a:pPr indent="0" lvl="0" marL="0" rtl="0" algn="l">
              <a:spcBef>
                <a:spcPts val="0"/>
              </a:spcBef>
              <a:spcAft>
                <a:spcPts val="0"/>
              </a:spcAft>
              <a:buNone/>
            </a:pPr>
            <a:r>
              <a:rPr b="1" lang="en-US" sz="1400">
                <a:solidFill>
                  <a:srgbClr val="E7191C"/>
                </a:solidFill>
                <a:latin typeface="Arial"/>
                <a:ea typeface="Arial"/>
                <a:cs typeface="Arial"/>
                <a:sym typeface="Arial"/>
              </a:rPr>
              <a:t>Retraining Caution</a:t>
            </a:r>
            <a:endParaRPr sz="1400">
              <a:solidFill>
                <a:srgbClr val="333333"/>
              </a:solidFill>
            </a:endParaRPr>
          </a:p>
          <a:p>
            <a:pPr indent="0" lvl="0" marL="0" rtl="0" algn="l">
              <a:spcBef>
                <a:spcPts val="1125"/>
              </a:spcBef>
              <a:spcAft>
                <a:spcPts val="0"/>
              </a:spcAft>
              <a:buNone/>
            </a:pPr>
            <a:r>
              <a:rPr lang="en-US" sz="1400"/>
              <a:t>If a predicted churner is "saved" by our strategy, they will carry the characteristics of a churner but will have a "No Churn" label. This data contamination must be addressed when retraining the model in the future.</a:t>
            </a:r>
            <a:endParaRPr sz="1400"/>
          </a:p>
          <a:p>
            <a:pPr indent="-191825" lvl="0" marL="306125" rtl="0" algn="l">
              <a:spcBef>
                <a:spcPts val="1125"/>
              </a:spcBef>
              <a:spcAft>
                <a:spcPts val="0"/>
              </a:spcAft>
              <a:buClr>
                <a:schemeClr val="dk1"/>
              </a:buClr>
              <a:buSzPts val="1800"/>
              <a:buFont typeface="Arial"/>
              <a:buNone/>
            </a:pPr>
            <a:r>
              <a:t/>
            </a:r>
            <a:endParaRPr sz="1400"/>
          </a:p>
          <a:p>
            <a:pPr indent="-191825" lvl="0" marL="306125" rtl="0" algn="l">
              <a:spcBef>
                <a:spcPts val="0"/>
              </a:spcBef>
              <a:spcAft>
                <a:spcPts val="0"/>
              </a:spcAft>
              <a:buClr>
                <a:schemeClr val="dk1"/>
              </a:buClr>
              <a:buSzPts val="1800"/>
              <a:buFont typeface="Arial"/>
              <a:buNone/>
            </a:pPr>
            <a:r>
              <a:t/>
            </a:r>
            <a:endParaRPr sz="1400"/>
          </a:p>
        </p:txBody>
      </p:sp>
      <p:sp>
        <p:nvSpPr>
          <p:cNvPr id="398" name="Google Shape;398;p42"/>
          <p:cNvSpPr txBox="1"/>
          <p:nvPr>
            <p:ph type="title"/>
          </p:nvPr>
        </p:nvSpPr>
        <p:spPr>
          <a:xfrm>
            <a:off x="457200" y="0"/>
            <a:ext cx="8229600" cy="555600"/>
          </a:xfrm>
          <a:prstGeom prst="rect">
            <a:avLst/>
          </a:prstGeom>
          <a:noFill/>
          <a:ln>
            <a:noFill/>
          </a:ln>
        </p:spPr>
        <p:txBody>
          <a:bodyPr anchorCtr="0" anchor="b" bIns="40800" lIns="81625" spcFirstLastPara="1" rIns="81625" wrap="square" tIns="40800">
            <a:noAutofit/>
          </a:bodyPr>
          <a:lstStyle/>
          <a:p>
            <a:pPr indent="0" lvl="0" marL="0" rtl="0" algn="l">
              <a:spcBef>
                <a:spcPts val="0"/>
              </a:spcBef>
              <a:spcAft>
                <a:spcPts val="0"/>
              </a:spcAft>
              <a:buClr>
                <a:srgbClr val="E7191C"/>
              </a:buClr>
              <a:buSzPts val="2400"/>
              <a:buFont typeface="Arial"/>
              <a:buNone/>
            </a:pPr>
            <a:r>
              <a:rPr lang="en-US"/>
              <a:t> Future Improvements &amp; Next Steps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3"/>
          <p:cNvSpPr txBox="1"/>
          <p:nvPr>
            <p:ph type="ctrTitle"/>
          </p:nvPr>
        </p:nvSpPr>
        <p:spPr>
          <a:xfrm>
            <a:off x="456911" y="2032337"/>
            <a:ext cx="8230200" cy="411600"/>
          </a:xfrm>
          <a:prstGeom prst="rect">
            <a:avLst/>
          </a:prstGeom>
        </p:spPr>
        <p:txBody>
          <a:bodyPr anchorCtr="0" anchor="ctr" bIns="40800" lIns="81625" spcFirstLastPara="1" rIns="81625" wrap="square" tIns="40800">
            <a:noAutofit/>
          </a:bodyPr>
          <a:lstStyle/>
          <a:p>
            <a:pPr indent="0" lvl="0" marL="0" rtl="0" algn="ctr">
              <a:spcBef>
                <a:spcPts val="0"/>
              </a:spcBef>
              <a:spcAft>
                <a:spcPts val="0"/>
              </a:spcAft>
              <a:buNone/>
            </a:pPr>
            <a:r>
              <a:rPr lang="en-US" sz="3600">
                <a:solidFill>
                  <a:srgbClr val="E7191C"/>
                </a:solidFill>
              </a:rPr>
              <a:t>Thank You</a:t>
            </a:r>
            <a:endParaRPr sz="3600">
              <a:solidFill>
                <a:srgbClr val="E7191C"/>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eneca-Red-Bar-Template-16x9">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eneca-Red-Bar-Template-16x9">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eneca-Red-Bar-Template-16x9">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